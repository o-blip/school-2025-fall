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4171" r:id="rId4"/>
  </p:sldMasterIdLst>
  <p:notesMasterIdLst>
    <p:notesMasterId r:id="rId16"/>
  </p:notesMasterIdLst>
  <p:handoutMasterIdLst>
    <p:handoutMasterId r:id="rId17"/>
  </p:handoutMasterIdLst>
  <p:sldIdLst>
    <p:sldId id="256" r:id="rId5"/>
    <p:sldId id="293" r:id="rId6"/>
    <p:sldId id="268" r:id="rId7"/>
    <p:sldId id="297" r:id="rId8"/>
    <p:sldId id="303" r:id="rId9"/>
    <p:sldId id="299" r:id="rId10"/>
    <p:sldId id="306" r:id="rId11"/>
    <p:sldId id="300" r:id="rId12"/>
    <p:sldId id="301" r:id="rId13"/>
    <p:sldId id="304" r:id="rId14"/>
    <p:sldId id="302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92" userDrawn="1">
          <p15:clr>
            <a:srgbClr val="A4A3A4"/>
          </p15:clr>
        </p15:guide>
        <p15:guide id="2" pos="3144" userDrawn="1">
          <p15:clr>
            <a:srgbClr val="A4A3A4"/>
          </p15:clr>
        </p15:guide>
        <p15:guide id="3" orient="horz" pos="9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C4B1156A-380E-4F78-BDF5-A606A8083BF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3204" autoAdjust="0"/>
  </p:normalViewPr>
  <p:slideViewPr>
    <p:cSldViewPr snapToGrid="0">
      <p:cViewPr>
        <p:scale>
          <a:sx n="75" d="100"/>
          <a:sy n="75" d="100"/>
        </p:scale>
        <p:origin x="883" y="91"/>
      </p:cViewPr>
      <p:guideLst>
        <p:guide orient="horz" pos="792"/>
        <p:guide pos="3144"/>
        <p:guide orient="horz" pos="960"/>
      </p:guideLst>
    </p:cSldViewPr>
  </p:slideViewPr>
  <p:outlineViewPr>
    <p:cViewPr>
      <p:scale>
        <a:sx n="33" d="100"/>
        <a:sy n="33" d="100"/>
      </p:scale>
      <p:origin x="0" y="-11942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5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CAE72A9-67A2-4FB1-BBF6-740F2C2EAA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7B748C-466C-45D8-970C-D4FB4FE80CD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8ABBF3-49A8-4B3F-9773-22E67695BB12}" type="datetimeFigureOut">
              <a:rPr lang="en-US" smtClean="0"/>
              <a:t>12/3/2025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A8C23F-271A-4B7C-87EC-108046165C7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E7ABF6-4152-4126-AC20-23B44A3111A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EB6193-5AA7-489B-8575-00593FC261D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54054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4AAC2B-A50D-4386-849A-6B59FB991B4C}" type="datetimeFigureOut">
              <a:rPr lang="en-US" smtClean="0"/>
              <a:t>12/3/2025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895658-EA1F-4910-80AB-4DA76E16747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4773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68643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AC16A5-FAAD-353D-8F9D-69DDE9EF70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185CB7-85B4-69B5-58EA-EF48E8848E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D1C0F8-C3AA-FA26-6894-844B075BCF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4DFBC4-4DBE-0EDA-B6E0-59F811D7B0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43143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02262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69807C-8D6B-37A7-6A94-2C368DDF4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7251BA-C709-EC04-ACFF-9305738070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627635-9A56-D51C-09F5-ACA8100B18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B8B11C-A7DD-2BF3-4937-967F4BCF72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8001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5EFDA-9569-458C-ED13-6393A15C4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19DD25-24FA-A4F0-FAAA-380ED41BBA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7107E3-A1E3-0527-E817-82D507C1C0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4D3FA3-1780-746F-2C5F-A39CD8C547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27982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5.png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4.svg"/><Relationship Id="rId7" Type="http://schemas.openxmlformats.org/officeDocument/2006/relationships/image" Target="../media/image28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7.png"/><Relationship Id="rId5" Type="http://schemas.openxmlformats.org/officeDocument/2006/relationships/image" Target="../media/image26.svg"/><Relationship Id="rId10" Type="http://schemas.openxmlformats.org/officeDocument/2006/relationships/image" Target="../media/image5.png"/><Relationship Id="rId4" Type="http://schemas.openxmlformats.org/officeDocument/2006/relationships/image" Target="../media/image25.png"/><Relationship Id="rId9" Type="http://schemas.openxmlformats.org/officeDocument/2006/relationships/image" Target="../media/image14.sv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7" Type="http://schemas.openxmlformats.org/officeDocument/2006/relationships/image" Target="../media/image30.sv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9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821253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3212649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7935727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3883472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9239361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smtClean="0"/>
              <a:t>12/3/2025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836031F-2D1B-C0C8-D51B-6721C508B1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25D20F2-321C-0829-C70D-FFF5218F8B1F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9">
              <a:extLst>
                <a:ext uri="{FF2B5EF4-FFF2-40B4-BE49-F238E27FC236}">
                  <a16:creationId xmlns:a16="http://schemas.microsoft.com/office/drawing/2014/main" id="{6CE135BE-2E75-AD65-233D-2E8B8E4BB933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7C6E952-5AAF-EB5B-0EEE-EE89C48CD04F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6A2802C-722C-FB61-3F6E-7FDC69FCF410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9">
              <a:extLst>
                <a:ext uri="{FF2B5EF4-FFF2-40B4-BE49-F238E27FC236}">
                  <a16:creationId xmlns:a16="http://schemas.microsoft.com/office/drawing/2014/main" id="{6B066467-36FF-62E4-94B4-807D496603D5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45FCFF44-C4FF-9F01-8E31-C665C85CA9C2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20C9745A-64C0-6776-9935-0EE4A88FF935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98016FD6-92C8-BB50-A745-E8BF9048044E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28" name="Group 27">
                    <a:extLst>
                      <a:ext uri="{FF2B5EF4-FFF2-40B4-BE49-F238E27FC236}">
                        <a16:creationId xmlns:a16="http://schemas.microsoft.com/office/drawing/2014/main" id="{49455B8B-2777-14B9-D8E0-832BCE70B25E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30" name="Group 29">
                      <a:extLst>
                        <a:ext uri="{FF2B5EF4-FFF2-40B4-BE49-F238E27FC236}">
                          <a16:creationId xmlns:a16="http://schemas.microsoft.com/office/drawing/2014/main" id="{6E51A3D8-E37C-1F74-A0C4-04CED0DCE4DB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32" name="Group 31">
                        <a:extLst>
                          <a:ext uri="{FF2B5EF4-FFF2-40B4-BE49-F238E27FC236}">
                            <a16:creationId xmlns:a16="http://schemas.microsoft.com/office/drawing/2014/main" id="{E6432B80-A18F-418D-587D-5577DB8B09A6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34" name="Group 33">
                          <a:extLst>
                            <a:ext uri="{FF2B5EF4-FFF2-40B4-BE49-F238E27FC236}">
                              <a16:creationId xmlns:a16="http://schemas.microsoft.com/office/drawing/2014/main" id="{6A159682-BFFB-7D7A-CF2F-011C20FFFF69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36" name="Group 35">
                            <a:extLst>
                              <a:ext uri="{FF2B5EF4-FFF2-40B4-BE49-F238E27FC236}">
                                <a16:creationId xmlns:a16="http://schemas.microsoft.com/office/drawing/2014/main" id="{EA2FCB9C-ED6D-269C-30EA-E6CBB93C3A64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38" name="Oval 37">
                              <a:extLst>
                                <a:ext uri="{FF2B5EF4-FFF2-40B4-BE49-F238E27FC236}">
                                  <a16:creationId xmlns:a16="http://schemas.microsoft.com/office/drawing/2014/main" id="{4E6E91DF-F07E-B2D6-4145-21B3FAA6D02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39" name="Oval 38">
                              <a:extLst>
                                <a:ext uri="{FF2B5EF4-FFF2-40B4-BE49-F238E27FC236}">
                                  <a16:creationId xmlns:a16="http://schemas.microsoft.com/office/drawing/2014/main" id="{4E1092A6-4F0B-BBB8-CEA0-BAD21F15B5B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37" name="Oval 36">
                            <a:extLst>
                              <a:ext uri="{FF2B5EF4-FFF2-40B4-BE49-F238E27FC236}">
                                <a16:creationId xmlns:a16="http://schemas.microsoft.com/office/drawing/2014/main" id="{3977D589-F324-F77B-4A67-41A419B8B47D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35" name="Oval 34">
                          <a:extLst>
                            <a:ext uri="{FF2B5EF4-FFF2-40B4-BE49-F238E27FC236}">
                              <a16:creationId xmlns:a16="http://schemas.microsoft.com/office/drawing/2014/main" id="{DDF5A32E-0872-3BF5-B6F3-D0C6BD8968E1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33" name="Oval 32">
                        <a:extLst>
                          <a:ext uri="{FF2B5EF4-FFF2-40B4-BE49-F238E27FC236}">
                            <a16:creationId xmlns:a16="http://schemas.microsoft.com/office/drawing/2014/main" id="{38E28BE0-FDB1-BB83-E96D-0B8A611876CC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31" name="Oval 30">
                      <a:extLst>
                        <a:ext uri="{FF2B5EF4-FFF2-40B4-BE49-F238E27FC236}">
                          <a16:creationId xmlns:a16="http://schemas.microsoft.com/office/drawing/2014/main" id="{DBEAC770-9B6B-D62A-00C1-E6D2C6E10DDE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29" name="Oval 28">
                    <a:extLst>
                      <a:ext uri="{FF2B5EF4-FFF2-40B4-BE49-F238E27FC236}">
                        <a16:creationId xmlns:a16="http://schemas.microsoft.com/office/drawing/2014/main" id="{5FD8DB94-4EDA-0B4D-A345-E49CE04DA47B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F1F30994-9B26-5EDE-2E78-B2BEC6F84B7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682B3216-714A-E953-3A09-0490D56B68CF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694DDA17-1977-6D00-8A19-4C12D8337D32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D4F4EA65-AA63-15ED-7D93-9FA0ECC059F4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1F272937-2644-1B54-800F-8C44F03D72E0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B09FE3BF-A6F1-ED24-1BF6-F2F78761F0DA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CF6DAA6-38F3-EE83-DBED-951EC3394830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Rectangle 9">
              <a:extLst>
                <a:ext uri="{FF2B5EF4-FFF2-40B4-BE49-F238E27FC236}">
                  <a16:creationId xmlns:a16="http://schemas.microsoft.com/office/drawing/2014/main" id="{35FECF99-2BE0-D899-89AF-DFDB992D1FD1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D5E40626-1C01-CB90-3122-8CBAAF3C22F3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CB193BE-1F05-3AEA-B887-607FC8115670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A2F32155-3558-9319-9BE0-299AF472E87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BE24CACC-5512-2514-B8C9-09D94DF80CB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CA34979-127F-A597-CC2D-6113816D0F2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465252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7434608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4962773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5258551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343072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21114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7877" y="898524"/>
            <a:ext cx="7606895" cy="2029967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01CF25F4-1889-5FE4-9BE0-413C509639D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011337" y="9212"/>
            <a:ext cx="2029967" cy="4850544"/>
          </a:xfrm>
          <a:custGeom>
            <a:avLst/>
            <a:gdLst>
              <a:gd name="connsiteX0" fmla="*/ 0 w 2029967"/>
              <a:gd name="connsiteY0" fmla="*/ 0 h 4850544"/>
              <a:gd name="connsiteX1" fmla="*/ 2029967 w 2029967"/>
              <a:gd name="connsiteY1" fmla="*/ 0 h 4850544"/>
              <a:gd name="connsiteX2" fmla="*/ 2029967 w 2029967"/>
              <a:gd name="connsiteY2" fmla="*/ 4850544 h 4850544"/>
              <a:gd name="connsiteX3" fmla="*/ 2025599 w 2029967"/>
              <a:gd name="connsiteY3" fmla="*/ 4850544 h 4850544"/>
              <a:gd name="connsiteX4" fmla="*/ 2 w 2029967"/>
              <a:gd name="connsiteY4" fmla="*/ 2824947 h 4850544"/>
              <a:gd name="connsiteX5" fmla="*/ 2 w 2029967"/>
              <a:gd name="connsiteY5" fmla="*/ 4850544 h 4850544"/>
              <a:gd name="connsiteX6" fmla="*/ 0 w 2029967"/>
              <a:gd name="connsiteY6" fmla="*/ 4850544 h 4850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29967" h="4850544">
                <a:moveTo>
                  <a:pt x="0" y="0"/>
                </a:moveTo>
                <a:lnTo>
                  <a:pt x="2029967" y="0"/>
                </a:lnTo>
                <a:lnTo>
                  <a:pt x="2029967" y="4850544"/>
                </a:lnTo>
                <a:lnTo>
                  <a:pt x="2025599" y="4850544"/>
                </a:lnTo>
                <a:lnTo>
                  <a:pt x="2" y="2824947"/>
                </a:lnTo>
                <a:lnTo>
                  <a:pt x="2" y="4850544"/>
                </a:lnTo>
                <a:lnTo>
                  <a:pt x="0" y="4850544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CC28908-2548-441C-BE9D-8728E1FC84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339" y="4863266"/>
            <a:ext cx="2029968" cy="200489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731DC170-FB16-45F8-B62C-DCAB2B9AC3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338" y="5865203"/>
            <a:ext cx="2019299" cy="999451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DE2E4A5-BFB0-8F89-C606-A1581EB9FC6E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803953" y="3259138"/>
            <a:ext cx="7615274" cy="2978150"/>
          </a:xfrm>
        </p:spPr>
        <p:txBody>
          <a:bodyPr>
            <a:normAutofit/>
          </a:bodyPr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800">
                <a:solidFill>
                  <a:schemeClr val="tx2"/>
                </a:solidFill>
              </a:defRPr>
            </a:lvl1pPr>
            <a:lvl2pPr marL="685800">
              <a:lnSpc>
                <a:spcPts val="2000"/>
              </a:lnSpc>
              <a:defRPr sz="1800">
                <a:solidFill>
                  <a:schemeClr val="tx2"/>
                </a:solidFill>
              </a:defRPr>
            </a:lvl2pPr>
            <a:lvl3pPr marL="1143000">
              <a:lnSpc>
                <a:spcPts val="2000"/>
              </a:lnSpc>
              <a:defRPr sz="1800">
                <a:solidFill>
                  <a:schemeClr val="tx2"/>
                </a:solidFill>
              </a:defRPr>
            </a:lvl3pPr>
            <a:lvl4pPr marL="1600200">
              <a:lnSpc>
                <a:spcPts val="2000"/>
              </a:lnSpc>
              <a:defRPr sz="1800">
                <a:solidFill>
                  <a:schemeClr val="tx2"/>
                </a:solidFill>
              </a:defRPr>
            </a:lvl4pPr>
            <a:lvl5pPr marL="2057400">
              <a:lnSpc>
                <a:spcPts val="2000"/>
              </a:lnSpc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9" name="Date Placeholder 3">
            <a:extLst>
              <a:ext uri="{FF2B5EF4-FFF2-40B4-BE49-F238E27FC236}">
                <a16:creationId xmlns:a16="http://schemas.microsoft.com/office/drawing/2014/main" id="{E2B0C6B8-E2CB-460E-BBC8-AC4339C89D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0395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70" name="Footer Placeholder 4">
            <a:extLst>
              <a:ext uri="{FF2B5EF4-FFF2-40B4-BE49-F238E27FC236}">
                <a16:creationId xmlns:a16="http://schemas.microsoft.com/office/drawing/2014/main" id="{433844D3-0FDA-4C97-9B21-5021A38E4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88630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1" name="Slide Number Placeholder 5">
            <a:extLst>
              <a:ext uri="{FF2B5EF4-FFF2-40B4-BE49-F238E27FC236}">
                <a16:creationId xmlns:a16="http://schemas.microsoft.com/office/drawing/2014/main" id="{EC059538-F80F-46C9-80EB-AC9B56DD0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2027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78F81CD-65D4-6CA1-E2C2-34DF58B56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000" y="0"/>
            <a:ext cx="1015984" cy="6858000"/>
            <a:chOff x="-1000" y="0"/>
            <a:chExt cx="1015984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419657A-6BE9-88F7-BE4C-6BF3C13F7E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BB2BB8E-26BE-8FBF-1C62-4F4285819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864BEFA-BF82-8BAF-1977-518DCAB0F3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14C6E7FC-E03B-5EE2-7126-8CC1FBCB9D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-462818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59957EF-0F68-275E-1FFC-87388D7174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CECEEA3-55C1-1632-4F14-7E57A8026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00582" y="2932749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A6290E86-B21F-0C88-099F-07B046CA1D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-457200" y="5380762"/>
              <a:ext cx="1828800" cy="914400"/>
            </a:xfrm>
            <a:prstGeom prst="rect">
              <a:avLst/>
            </a:prstGeom>
          </p:spPr>
        </p:pic>
      </p:grpSp>
      <p:sp>
        <p:nvSpPr>
          <p:cNvPr id="26" name="Rectangle 23">
            <a:extLst>
              <a:ext uri="{FF2B5EF4-FFF2-40B4-BE49-F238E27FC236}">
                <a16:creationId xmlns:a16="http://schemas.microsoft.com/office/drawing/2014/main" id="{E489F066-AA0F-D3C7-739B-15808100E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339" y="2834159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48347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>
          <p15:clr>
            <a:srgbClr val="FBAE40"/>
          </p15:clr>
        </p15:guide>
        <p15:guide id="2" pos="7104">
          <p15:clr>
            <a:srgbClr val="FBAE40"/>
          </p15:clr>
        </p15:guide>
        <p15:guide id="3" pos="739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1736" y="896112"/>
            <a:ext cx="9389288" cy="1362456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88DF45F-9FEA-47BE-AC15-52BE148E1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239499" y="0"/>
            <a:ext cx="1015984" cy="6858000"/>
            <a:chOff x="11239499" y="0"/>
            <a:chExt cx="1015984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C51E8B0-FB58-4BB5-9CDA-4A1B4DBC5E90}"/>
                </a:ext>
              </a:extLst>
            </p:cNvPr>
            <p:cNvSpPr/>
            <p:nvPr userDrawn="1"/>
          </p:nvSpPr>
          <p:spPr>
            <a:xfrm>
              <a:off x="11240499" y="4828032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548A0B2-480B-4F04-B7B5-67A328B174D1}"/>
                </a:ext>
              </a:extLst>
            </p:cNvPr>
            <p:cNvSpPr/>
            <p:nvPr userDrawn="1"/>
          </p:nvSpPr>
          <p:spPr>
            <a:xfrm>
              <a:off x="11240499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60A19E0-B2DF-4E35-AD7A-80B5C429C6C1}"/>
                </a:ext>
              </a:extLst>
            </p:cNvPr>
            <p:cNvSpPr/>
            <p:nvPr userDrawn="1"/>
          </p:nvSpPr>
          <p:spPr>
            <a:xfrm>
              <a:off x="11240499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2" name="Picture 11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9C1C8F39-77F2-4753-A57A-2FD46715F2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10777681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A6AF7B2-2B49-4313-AA4E-3FD77CF46A04}"/>
                </a:ext>
              </a:extLst>
            </p:cNvPr>
            <p:cNvSpPr/>
            <p:nvPr userDrawn="1"/>
          </p:nvSpPr>
          <p:spPr>
            <a:xfrm>
              <a:off x="11240499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9AA5A01-9E59-4C92-9634-32DB51F9182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6200000">
              <a:off x="10880040" y="5394960"/>
              <a:ext cx="1828800" cy="914400"/>
            </a:xfrm>
            <a:prstGeom prst="rect">
              <a:avLst/>
            </a:prstGeom>
          </p:spPr>
        </p:pic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D3A8643-F793-41FD-AA08-DC814719C40C}"/>
                </a:ext>
              </a:extLst>
            </p:cNvPr>
            <p:cNvSpPr/>
            <p:nvPr userDrawn="1"/>
          </p:nvSpPr>
          <p:spPr>
            <a:xfrm>
              <a:off x="11250235" y="4949368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31" name="Graphic 30">
              <a:extLst>
                <a:ext uri="{FF2B5EF4-FFF2-40B4-BE49-F238E27FC236}">
                  <a16:creationId xmlns:a16="http://schemas.microsoft.com/office/drawing/2014/main" id="{F50D01F0-AD27-490F-8044-37B2D9E2332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5400000">
              <a:off x="10793035" y="3391083"/>
              <a:ext cx="1828800" cy="914400"/>
            </a:xfrm>
            <a:prstGeom prst="rect">
              <a:avLst/>
            </a:prstGeom>
          </p:spPr>
        </p:pic>
      </p:grpSp>
      <p:sp>
        <p:nvSpPr>
          <p:cNvPr id="32" name="Date Placeholder 3">
            <a:extLst>
              <a:ext uri="{FF2B5EF4-FFF2-40B4-BE49-F238E27FC236}">
                <a16:creationId xmlns:a16="http://schemas.microsoft.com/office/drawing/2014/main" id="{417A4AF6-C906-4001-BDD2-33E1163185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1735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33" name="Footer Placeholder 4">
            <a:extLst>
              <a:ext uri="{FF2B5EF4-FFF2-40B4-BE49-F238E27FC236}">
                <a16:creationId xmlns:a16="http://schemas.microsoft.com/office/drawing/2014/main" id="{5D94E674-98A0-4C77-80E5-084E3946B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2448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4" name="Slide Number Placeholder 5">
            <a:extLst>
              <a:ext uri="{FF2B5EF4-FFF2-40B4-BE49-F238E27FC236}">
                <a16:creationId xmlns:a16="http://schemas.microsoft.com/office/drawing/2014/main" id="{36214990-C58C-4D62-9381-40A242460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135D7B7-20E9-ADCF-4417-B443AF3112F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71734" y="2590800"/>
            <a:ext cx="4515035" cy="3505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D4468C5-0B68-8408-80C5-F8681CA98918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5645989" y="2590800"/>
            <a:ext cx="4515035" cy="3505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724701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9AF4D7D-42EC-4F30-296A-81B05C4E7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0685D98A-CA5A-4C48-9AEB-4C1A201237A1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F97041-3EE3-4F17-990B-3AC264934EF0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02070B-3F7D-436A-849C-FB64175E8B45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75AAC8A-F8AB-44A3-9748-96464E9E0B6B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AC3F6810-4D95-4C6E-A30A-459BAD7510FE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81973B3A-7185-45FB-A2E6-A7BDE6414DF3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DACFFF66-0600-406E-AF42-9FD8E8EDB397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oup 95">
                    <a:extLst>
                      <a:ext uri="{FF2B5EF4-FFF2-40B4-BE49-F238E27FC236}">
                        <a16:creationId xmlns:a16="http://schemas.microsoft.com/office/drawing/2014/main" id="{9411687D-2631-487B-AEAB-39750C9E52B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oup 89">
                      <a:extLst>
                        <a:ext uri="{FF2B5EF4-FFF2-40B4-BE49-F238E27FC236}">
                          <a16:creationId xmlns:a16="http://schemas.microsoft.com/office/drawing/2014/main" id="{4BDDEAF6-0726-4BF4-96D7-EBA489ABF3E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oup 88">
                        <a:extLst>
                          <a:ext uri="{FF2B5EF4-FFF2-40B4-BE49-F238E27FC236}">
                            <a16:creationId xmlns:a16="http://schemas.microsoft.com/office/drawing/2014/main" id="{F80BBFBA-D0FB-4E20-8981-F569A2A0B678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oup 85">
                          <a:extLst>
                            <a:ext uri="{FF2B5EF4-FFF2-40B4-BE49-F238E27FC236}">
                              <a16:creationId xmlns:a16="http://schemas.microsoft.com/office/drawing/2014/main" id="{6B3BCF7C-4204-4B1A-8371-96E859FC8425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oup 82">
                            <a:extLst>
                              <a:ext uri="{FF2B5EF4-FFF2-40B4-BE49-F238E27FC236}">
                                <a16:creationId xmlns:a16="http://schemas.microsoft.com/office/drawing/2014/main" id="{31CF95CD-48BB-4659-870A-21584266D83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>
                              <a:extLst>
                                <a:ext uri="{FF2B5EF4-FFF2-40B4-BE49-F238E27FC236}">
                                  <a16:creationId xmlns:a16="http://schemas.microsoft.com/office/drawing/2014/main" id="{871E1954-F3FD-427D-8FFA-F2883967354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80" name="Oval 79">
                              <a:extLst>
                                <a:ext uri="{FF2B5EF4-FFF2-40B4-BE49-F238E27FC236}">
                                  <a16:creationId xmlns:a16="http://schemas.microsoft.com/office/drawing/2014/main" id="{B655BD1D-8AE2-43E7-B1D4-17923D0E0171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82" name="Oval 81">
                            <a:extLst>
                              <a:ext uri="{FF2B5EF4-FFF2-40B4-BE49-F238E27FC236}">
                                <a16:creationId xmlns:a16="http://schemas.microsoft.com/office/drawing/2014/main" id="{9F92C461-5E10-49F3-B4F0-F320512C075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85" name="Oval 84">
                          <a:extLst>
                            <a:ext uri="{FF2B5EF4-FFF2-40B4-BE49-F238E27FC236}">
                              <a16:creationId xmlns:a16="http://schemas.microsoft.com/office/drawing/2014/main" id="{A6D57951-375C-41E9-BF45-DFC40F8E0A1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88" name="Oval 87">
                        <a:extLst>
                          <a:ext uri="{FF2B5EF4-FFF2-40B4-BE49-F238E27FC236}">
                            <a16:creationId xmlns:a16="http://schemas.microsoft.com/office/drawing/2014/main" id="{E4A4216D-DF9B-4DD9-989C-1F4040F3F4F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3DCCC81D-9EE7-47A8-8A4C-74B5E047A33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985F9FD-CFFB-417E-A560-28BD7BC7EE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9A923F7B-7D75-4E04-AE62-D5B99F6457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0239D2C-73EF-42E3-B73F-E69B7C27F65B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59BA1C3D-ADED-4596-8A9D-3DEC7E848945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15F2BFA-6803-42A0-A870-794B120EF574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E09A173D-9FE5-446C-B59E-5D7C0A00BF6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74C3792-995F-4717-8C8B-089BBA7DE9C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FD950B-0E2B-4905-8DE9-195E24B2ABE7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73C520A-0126-47DA-A75B-1A38883907A2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AB12487D-8BC9-4BEB-B6A7-B9DD702B2BD3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97" name="Graphic 296">
              <a:extLst>
                <a:ext uri="{FF2B5EF4-FFF2-40B4-BE49-F238E27FC236}">
                  <a16:creationId xmlns:a16="http://schemas.microsoft.com/office/drawing/2014/main" id="{AEE6DE36-A3C9-4D40-B471-F49B6A875D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aphic 298">
              <a:extLst>
                <a:ext uri="{FF2B5EF4-FFF2-40B4-BE49-F238E27FC236}">
                  <a16:creationId xmlns:a16="http://schemas.microsoft.com/office/drawing/2014/main" id="{99FF86FA-8891-4235-B88B-CFCA3B57E5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7ADD6DC9-9036-47C7-AAE5-8AF23CE0C8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14772" y="677918"/>
            <a:ext cx="6856292" cy="3590596"/>
          </a:xfrm>
        </p:spPr>
        <p:txBody>
          <a:bodyPr anchor="ctr"/>
          <a:lstStyle>
            <a:lvl1pPr algn="l">
              <a:defRPr sz="60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6703921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3950" y="429461"/>
            <a:ext cx="6343650" cy="2668463"/>
          </a:xfrm>
        </p:spPr>
        <p:txBody>
          <a:bodyPr anchor="b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183B974-C7F1-5026-EC6E-647371B64BB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938712" y="3299953"/>
            <a:ext cx="6338888" cy="2668463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64914EB-20DD-97B4-8FF9-94D739D21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9867" y="-7753"/>
            <a:ext cx="4187536" cy="6865753"/>
            <a:chOff x="-9867" y="-7753"/>
            <a:chExt cx="4187536" cy="6865753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0407AED1-9974-465A-BC9C-530E270105DE}"/>
                </a:ext>
              </a:extLst>
            </p:cNvPr>
            <p:cNvSpPr/>
            <p:nvPr userDrawn="1"/>
          </p:nvSpPr>
          <p:spPr>
            <a:xfrm flipH="1">
              <a:off x="0" y="2021358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08ADBC6-C9BE-4302-A86A-4AC842874C24}"/>
                </a:ext>
              </a:extLst>
            </p:cNvPr>
            <p:cNvSpPr/>
            <p:nvPr userDrawn="1"/>
          </p:nvSpPr>
          <p:spPr>
            <a:xfrm>
              <a:off x="2029604" y="2031653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2B04AFC-F339-4DFB-AA44-D68317065E02}"/>
                </a:ext>
              </a:extLst>
            </p:cNvPr>
            <p:cNvSpPr/>
            <p:nvPr userDrawn="1"/>
          </p:nvSpPr>
          <p:spPr>
            <a:xfrm>
              <a:off x="2028253" y="4052815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0" name="Picture 19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E88B2398-8473-499F-836C-F3AF518F5BB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33015" y="5086646"/>
              <a:ext cx="2019299" cy="999451"/>
            </a:xfrm>
            <a:prstGeom prst="rect">
              <a:avLst/>
            </a:prstGeom>
          </p:spPr>
        </p:pic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1BC9BFE-80C0-4DA9-92DB-070C41E412B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0800000">
              <a:off x="-9867" y="-1076"/>
              <a:ext cx="2029968" cy="2029968"/>
            </a:xfrm>
            <a:prstGeom prst="rect">
              <a:avLst/>
            </a:prstGeom>
          </p:spPr>
        </p:pic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522571C-09D3-4F39-B963-76F80D9973F1}"/>
                </a:ext>
              </a:extLst>
            </p:cNvPr>
            <p:cNvSpPr/>
            <p:nvPr userDrawn="1"/>
          </p:nvSpPr>
          <p:spPr>
            <a:xfrm>
              <a:off x="2029968" y="6045049"/>
              <a:ext cx="2029968" cy="81295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0268D7D-D5FB-492C-8D00-3E866534BD42}"/>
                </a:ext>
              </a:extLst>
            </p:cNvPr>
            <p:cNvSpPr/>
            <p:nvPr userDrawn="1"/>
          </p:nvSpPr>
          <p:spPr>
            <a:xfrm flipH="1">
              <a:off x="0" y="4828032"/>
              <a:ext cx="2032942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54BCEF24-C76B-44E5-A457-E55658E8EB8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-2860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18216784-417D-44A8-8CF1-C0CAF410EB9B}"/>
                </a:ext>
              </a:extLst>
            </p:cNvPr>
            <p:cNvGrpSpPr/>
            <p:nvPr userDrawn="1"/>
          </p:nvGrpSpPr>
          <p:grpSpPr>
            <a:xfrm>
              <a:off x="100242" y="2099803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FFF90BA2-E949-4FDF-A88E-B68F607E3205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41F18930-2C24-4BA6-A1EB-BF1644EE8558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D5953E65-C24C-4C83-86BB-E4A6D2532FD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oup 50">
                      <a:extLst>
                        <a:ext uri="{FF2B5EF4-FFF2-40B4-BE49-F238E27FC236}">
                          <a16:creationId xmlns:a16="http://schemas.microsoft.com/office/drawing/2014/main" id="{0B9DA7A8-A66E-4E0E-92DF-B3FF112EBB70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oup 52">
                        <a:extLst>
                          <a:ext uri="{FF2B5EF4-FFF2-40B4-BE49-F238E27FC236}">
                            <a16:creationId xmlns:a16="http://schemas.microsoft.com/office/drawing/2014/main" id="{94E74739-1964-4A3C-B2E5-28FEF5EF8E49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oup 54">
                          <a:extLst>
                            <a:ext uri="{FF2B5EF4-FFF2-40B4-BE49-F238E27FC236}">
                              <a16:creationId xmlns:a16="http://schemas.microsoft.com/office/drawing/2014/main" id="{E31C22DC-76BD-4E83-8A1A-B7AE70B2E8FE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oup 56">
                            <a:extLst>
                              <a:ext uri="{FF2B5EF4-FFF2-40B4-BE49-F238E27FC236}">
                                <a16:creationId xmlns:a16="http://schemas.microsoft.com/office/drawing/2014/main" id="{F63C700C-5749-4BA1-8128-78559312E825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EC81C305-3A69-4634-8A07-56F8272122AF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A14AAEDA-8F87-420D-A6BD-FF115C08EB7A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A1FA4EA0-701D-49A3-8962-1BD0CE6E9C0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E362A8AA-1110-4C1C-9922-60F7D43E82B0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BC8B72EE-335A-4030-B500-7E6FB4D24F18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10167348-D9AA-4440-8569-849A6B0F2C2D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A5616AB2-7A83-42C0-883C-FFA27D5468C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6A9CA073-4F0B-4787-B46D-7886261E945E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9AF901A3-1EC5-458F-A653-74CCEAE9A13D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4D5E35A9-4BB5-48F3-AE34-E1BDD3343EB1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A9A549D5-A823-49C4-8C36-D074E6E039B9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6A767C47-7246-4B50-8E78-82766365754A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0AEE1DDC-07C3-4204-A3B1-BB7C77C0622B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15DA288D-BE35-46E8-AA86-9F28D8504DAB}"/>
                </a:ext>
              </a:extLst>
            </p:cNvPr>
            <p:cNvSpPr/>
            <p:nvPr userDrawn="1"/>
          </p:nvSpPr>
          <p:spPr>
            <a:xfrm>
              <a:off x="0" y="4043197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2557B54-30A3-4192-9D51-EE28AF522DE9}"/>
                </a:ext>
              </a:extLst>
            </p:cNvPr>
            <p:cNvSpPr/>
            <p:nvPr userDrawn="1"/>
          </p:nvSpPr>
          <p:spPr>
            <a:xfrm>
              <a:off x="0" y="2021358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2208FD0E-034D-4DF3-85D7-F0EBE2775B5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632" y="-7753"/>
              <a:ext cx="4052352" cy="4040860"/>
            </a:xfrm>
            <a:prstGeom prst="line">
              <a:avLst/>
            </a:prstGeom>
            <a:ln w="508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E20239FE-47D0-4B4F-8440-F859F368C141}"/>
                </a:ext>
              </a:extLst>
            </p:cNvPr>
            <p:cNvSpPr/>
            <p:nvPr userDrawn="1"/>
          </p:nvSpPr>
          <p:spPr>
            <a:xfrm>
              <a:off x="3903349" y="3869829"/>
              <a:ext cx="274320" cy="27432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8925BB7-B630-981C-964B-37A5DCBEA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06165" y="635508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B4D24B0-E841-7B76-D133-06ABBAB6B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7357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C7D011F5-A799-BEAA-9160-5743D58B45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3694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399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33694" y="660358"/>
            <a:ext cx="6594768" cy="5537284"/>
          </a:xfrm>
        </p:spPr>
        <p:txBody>
          <a:bodyPr anchor="ctr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A461CB72-9777-50F4-94EC-91A4EE864A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10800000">
            <a:off x="1" y="761322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1EA6F58-FA46-C921-5758-59234B148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4069439" cy="4828833"/>
            <a:chOff x="0" y="0"/>
            <a:chExt cx="4069439" cy="48288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989FA-6E7A-3A98-AF95-F2384308BD32}"/>
                </a:ext>
              </a:extLst>
            </p:cNvPr>
            <p:cNvSpPr>
              <a:spLocks/>
            </p:cNvSpPr>
            <p:nvPr userDrawn="1"/>
          </p:nvSpPr>
          <p:spPr>
            <a:xfrm rot="10800000" flipH="1">
              <a:off x="2026630" y="77643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0BAC8B3-F184-675F-DC5F-C48CE69D7622}"/>
                </a:ext>
              </a:extLst>
            </p:cNvPr>
            <p:cNvSpPr/>
            <p:nvPr userDrawn="1"/>
          </p:nvSpPr>
          <p:spPr>
            <a:xfrm rot="10800000">
              <a:off x="0" y="76613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B75A35-885A-CE38-4F65-95EF186B13D1}"/>
                </a:ext>
              </a:extLst>
            </p:cNvPr>
            <p:cNvSpPr/>
            <p:nvPr userDrawn="1"/>
          </p:nvSpPr>
          <p:spPr>
            <a:xfrm rot="10800000">
              <a:off x="1351" y="0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4B488086-4998-410C-FCC8-29CA6288A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039471" y="2798865"/>
              <a:ext cx="2029968" cy="2029968"/>
            </a:xfrm>
            <a:prstGeom prst="rect">
              <a:avLst/>
            </a:prstGeom>
          </p:spPr>
        </p:pic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79019-2911-2F60-CC5B-25D1BE752B8D}"/>
                </a:ext>
              </a:extLst>
            </p:cNvPr>
            <p:cNvSpPr/>
            <p:nvPr userDrawn="1"/>
          </p:nvSpPr>
          <p:spPr>
            <a:xfrm rot="10800000">
              <a:off x="2029604" y="0"/>
              <a:ext cx="2029968" cy="7845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1" name="Picture 10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CD1CD1B2-7EBC-96B6-A02D-7972C278746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800000">
              <a:off x="2035948" y="788197"/>
              <a:ext cx="2019299" cy="999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069663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33694" y="544285"/>
            <a:ext cx="6594768" cy="3445329"/>
          </a:xfrm>
        </p:spPr>
        <p:txBody>
          <a:bodyPr anchor="b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9789" y="4130045"/>
            <a:ext cx="6594768" cy="195152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2A24CB0-5164-75CE-ED27-EF876C19C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2029167"/>
            <a:ext cx="4069439" cy="4828833"/>
            <a:chOff x="0" y="2029167"/>
            <a:chExt cx="4069439" cy="48288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989FA-6E7A-3A98-AF95-F2384308BD32}"/>
                </a:ext>
              </a:extLst>
            </p:cNvPr>
            <p:cNvSpPr/>
            <p:nvPr userDrawn="1"/>
          </p:nvSpPr>
          <p:spPr>
            <a:xfrm flipH="1">
              <a:off x="9867" y="405160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0BAC8B3-F184-675F-DC5F-C48CE69D7622}"/>
                </a:ext>
              </a:extLst>
            </p:cNvPr>
            <p:cNvSpPr/>
            <p:nvPr userDrawn="1"/>
          </p:nvSpPr>
          <p:spPr>
            <a:xfrm>
              <a:off x="2039471" y="406189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B75A35-885A-CE38-4F65-95EF186B13D1}"/>
                </a:ext>
              </a:extLst>
            </p:cNvPr>
            <p:cNvSpPr/>
            <p:nvPr userDrawn="1"/>
          </p:nvSpPr>
          <p:spPr>
            <a:xfrm>
              <a:off x="2038120" y="6083058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4B488086-4998-410C-FCC8-29CA6288A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0" y="2029167"/>
              <a:ext cx="2029968" cy="2029968"/>
            </a:xfrm>
            <a:prstGeom prst="rect">
              <a:avLst/>
            </a:prstGeom>
          </p:spPr>
        </p:pic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227BDAED-0D36-04AE-1A0C-E36977943C38}"/>
                </a:ext>
              </a:extLst>
            </p:cNvPr>
            <p:cNvGrpSpPr/>
            <p:nvPr userDrawn="1"/>
          </p:nvGrpSpPr>
          <p:grpSpPr>
            <a:xfrm>
              <a:off x="110109" y="4130046"/>
              <a:ext cx="1920240" cy="1920240"/>
              <a:chOff x="5361924" y="7472790"/>
              <a:chExt cx="1828800" cy="1828800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DCF3798F-8E8C-7928-8347-8BC5B07B29F9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A488BF7D-B7D9-249A-4EC2-8A1F6311D1BD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29" name="Group 28">
                    <a:extLst>
                      <a:ext uri="{FF2B5EF4-FFF2-40B4-BE49-F238E27FC236}">
                        <a16:creationId xmlns:a16="http://schemas.microsoft.com/office/drawing/2014/main" id="{C68EE8A4-53F3-EAAD-F43C-1F73C11BCE4C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31" name="Group 30">
                      <a:extLst>
                        <a:ext uri="{FF2B5EF4-FFF2-40B4-BE49-F238E27FC236}">
                          <a16:creationId xmlns:a16="http://schemas.microsoft.com/office/drawing/2014/main" id="{806ABFB8-B814-19D4-3D47-A20F5AE8785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33" name="Group 32">
                        <a:extLst>
                          <a:ext uri="{FF2B5EF4-FFF2-40B4-BE49-F238E27FC236}">
                            <a16:creationId xmlns:a16="http://schemas.microsoft.com/office/drawing/2014/main" id="{992340A8-8A61-1791-D56D-37F56A662FE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35" name="Group 34">
                          <a:extLst>
                            <a:ext uri="{FF2B5EF4-FFF2-40B4-BE49-F238E27FC236}">
                              <a16:creationId xmlns:a16="http://schemas.microsoft.com/office/drawing/2014/main" id="{CD482B6F-4CF8-CEB3-7478-EB1A76DCF567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37" name="Group 36">
                            <a:extLst>
                              <a:ext uri="{FF2B5EF4-FFF2-40B4-BE49-F238E27FC236}">
                                <a16:creationId xmlns:a16="http://schemas.microsoft.com/office/drawing/2014/main" id="{48DB94FE-59B9-2EAD-D619-84D732CEACD3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39" name="Oval 38">
                              <a:extLst>
                                <a:ext uri="{FF2B5EF4-FFF2-40B4-BE49-F238E27FC236}">
                                  <a16:creationId xmlns:a16="http://schemas.microsoft.com/office/drawing/2014/main" id="{E9EB6EED-2663-2442-C484-EF27395DCEB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40" name="Oval 39">
                              <a:extLst>
                                <a:ext uri="{FF2B5EF4-FFF2-40B4-BE49-F238E27FC236}">
                                  <a16:creationId xmlns:a16="http://schemas.microsoft.com/office/drawing/2014/main" id="{E5978766-DE51-5FF5-41BE-B1007C37165E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38" name="Oval 37">
                            <a:extLst>
                              <a:ext uri="{FF2B5EF4-FFF2-40B4-BE49-F238E27FC236}">
                                <a16:creationId xmlns:a16="http://schemas.microsoft.com/office/drawing/2014/main" id="{749B68DA-C119-6301-085A-2E7F3F7E3CB1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36" name="Oval 35">
                          <a:extLst>
                            <a:ext uri="{FF2B5EF4-FFF2-40B4-BE49-F238E27FC236}">
                              <a16:creationId xmlns:a16="http://schemas.microsoft.com/office/drawing/2014/main" id="{D753957E-F4A5-E4CA-B8B3-F6AE73F159F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34" name="Oval 33">
                        <a:extLst>
                          <a:ext uri="{FF2B5EF4-FFF2-40B4-BE49-F238E27FC236}">
                            <a16:creationId xmlns:a16="http://schemas.microsoft.com/office/drawing/2014/main" id="{3C4F46AE-42C2-9E3D-D294-F9297389D110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32" name="Oval 31">
                      <a:extLst>
                        <a:ext uri="{FF2B5EF4-FFF2-40B4-BE49-F238E27FC236}">
                          <a16:creationId xmlns:a16="http://schemas.microsoft.com/office/drawing/2014/main" id="{42376F25-4466-0F15-CD2F-B821AC9CCE5C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30" name="Oval 29">
                    <a:extLst>
                      <a:ext uri="{FF2B5EF4-FFF2-40B4-BE49-F238E27FC236}">
                        <a16:creationId xmlns:a16="http://schemas.microsoft.com/office/drawing/2014/main" id="{BBC988D2-4FFC-612A-DD91-A41B6194EF6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53690E8A-1D3D-3D5D-932E-D2A2CFE5BDAB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1AE08D7C-4190-C00C-19F0-BEC1F608B97A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7B3E9873-3672-0001-60F1-6068B67A6DF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4CD85BCE-3B9E-234C-4D1D-EC1A6A57D298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5CC66A2F-CBBE-220E-5ECB-528B8EE34F83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B7B0A7FC-B497-31A6-1F93-414F96AF4C4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79019-2911-2F60-CC5B-25D1BE752B8D}"/>
                </a:ext>
              </a:extLst>
            </p:cNvPr>
            <p:cNvSpPr/>
            <p:nvPr userDrawn="1"/>
          </p:nvSpPr>
          <p:spPr>
            <a:xfrm>
              <a:off x="9867" y="6073440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CCEA94B-F499-5FCA-D063-7FD71F10F95B}"/>
                </a:ext>
              </a:extLst>
            </p:cNvPr>
            <p:cNvSpPr/>
            <p:nvPr userDrawn="1"/>
          </p:nvSpPr>
          <p:spPr>
            <a:xfrm>
              <a:off x="9867" y="405160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A461CB72-9777-50F4-94EC-91A4EE864A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172356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1" y="896112"/>
            <a:ext cx="6589150" cy="1988706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8EF03D4-C3B7-918C-FF43-0A9C106ACA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127476" y="-9144"/>
            <a:ext cx="4069095" cy="6867144"/>
            <a:chOff x="8127476" y="-9144"/>
            <a:chExt cx="4069095" cy="6867144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FADCD25-4CC2-4A9A-B033-132F3DA6D2F5}"/>
                </a:ext>
              </a:extLst>
            </p:cNvPr>
            <p:cNvSpPr/>
            <p:nvPr userDrawn="1"/>
          </p:nvSpPr>
          <p:spPr>
            <a:xfrm>
              <a:off x="10162032" y="2014436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Rectangle 23">
              <a:extLst>
                <a:ext uri="{FF2B5EF4-FFF2-40B4-BE49-F238E27FC236}">
                  <a16:creationId xmlns:a16="http://schemas.microsoft.com/office/drawing/2014/main" id="{D2F68DA8-1D58-42B0-A2C9-046E92884BC1}"/>
                </a:ext>
              </a:extLst>
            </p:cNvPr>
            <p:cNvSpPr/>
            <p:nvPr userDrawn="1"/>
          </p:nvSpPr>
          <p:spPr>
            <a:xfrm rot="5400000">
              <a:off x="10160492" y="2024569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DB232A4-4F4E-48E9-9E61-BE51F716635C}"/>
                </a:ext>
              </a:extLst>
            </p:cNvPr>
            <p:cNvSpPr/>
            <p:nvPr userDrawn="1"/>
          </p:nvSpPr>
          <p:spPr>
            <a:xfrm>
              <a:off x="10162032" y="0"/>
              <a:ext cx="2029968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4CB66576-218C-4236-B125-DD7B03A784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10162032" y="0"/>
              <a:ext cx="2029968" cy="2029968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557D1F3-8C55-47FE-B39A-86D30F8FFEA1}"/>
                </a:ext>
              </a:extLst>
            </p:cNvPr>
            <p:cNvSpPr/>
            <p:nvPr userDrawn="1"/>
          </p:nvSpPr>
          <p:spPr>
            <a:xfrm>
              <a:off x="8139364" y="-7084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4EB6F2E-2621-4EB5-A04D-906FD08CED87}"/>
                </a:ext>
              </a:extLst>
            </p:cNvPr>
            <p:cNvSpPr/>
            <p:nvPr userDrawn="1"/>
          </p:nvSpPr>
          <p:spPr>
            <a:xfrm flipH="1">
              <a:off x="8127476" y="4807776"/>
              <a:ext cx="2032942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CC28908-2548-441C-BE9D-8728E1FC84C0}"/>
                </a:ext>
              </a:extLst>
            </p:cNvPr>
            <p:cNvSpPr/>
            <p:nvPr userDrawn="1"/>
          </p:nvSpPr>
          <p:spPr>
            <a:xfrm>
              <a:off x="10160492" y="4041539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5" name="Picture 34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731DC170-FB16-45F8-B62C-DCAB2B9AC31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77272" y="5079562"/>
              <a:ext cx="2019299" cy="999451"/>
            </a:xfrm>
            <a:prstGeom prst="rect">
              <a:avLst/>
            </a:prstGeom>
          </p:spPr>
        </p:pic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6529D2A7-ABB3-4E2D-88CA-F813997011F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0800000">
              <a:off x="8139640" y="-9144"/>
              <a:ext cx="2029968" cy="2029968"/>
            </a:xfrm>
            <a:prstGeom prst="rect">
              <a:avLst/>
            </a:prstGeom>
          </p:spPr>
        </p:pic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DB6750E-735F-4906-8BCA-E0BD4F029617}"/>
                </a:ext>
              </a:extLst>
            </p:cNvPr>
            <p:cNvSpPr/>
            <p:nvPr userDrawn="1"/>
          </p:nvSpPr>
          <p:spPr>
            <a:xfrm>
              <a:off x="10158984" y="6016751"/>
              <a:ext cx="2029968" cy="84124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051ECE99-ACA6-46AF-98D5-81FBD3F834A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131156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3A847BA4-24DF-47BE-BE28-02415C2A2D3C}"/>
                </a:ext>
              </a:extLst>
            </p:cNvPr>
            <p:cNvGrpSpPr/>
            <p:nvPr userDrawn="1"/>
          </p:nvGrpSpPr>
          <p:grpSpPr>
            <a:xfrm>
              <a:off x="8227718" y="2092719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882CC485-8A14-4767-80E8-8FB0A9991D20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E119FAB2-4AF3-4EC9-98C6-E69760D02810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E2A21525-E952-4F39-A9B2-2CA7C5B14B8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oup 50">
                      <a:extLst>
                        <a:ext uri="{FF2B5EF4-FFF2-40B4-BE49-F238E27FC236}">
                          <a16:creationId xmlns:a16="http://schemas.microsoft.com/office/drawing/2014/main" id="{53BFFD34-0142-4185-8790-1D792CB2F5DD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oup 52">
                        <a:extLst>
                          <a:ext uri="{FF2B5EF4-FFF2-40B4-BE49-F238E27FC236}">
                            <a16:creationId xmlns:a16="http://schemas.microsoft.com/office/drawing/2014/main" id="{00D3FC75-8C07-4B5B-A025-3CCC5DC458DA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oup 54">
                          <a:extLst>
                            <a:ext uri="{FF2B5EF4-FFF2-40B4-BE49-F238E27FC236}">
                              <a16:creationId xmlns:a16="http://schemas.microsoft.com/office/drawing/2014/main" id="{393D2F91-0E6A-4541-843C-1FC0CC2A024A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oup 56">
                            <a:extLst>
                              <a:ext uri="{FF2B5EF4-FFF2-40B4-BE49-F238E27FC236}">
                                <a16:creationId xmlns:a16="http://schemas.microsoft.com/office/drawing/2014/main" id="{7C9F80E2-6A88-44DC-B048-7178CAA61DA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1D9D5420-70BE-477D-A17F-A86F19AD3FA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0BBACECF-9AE7-40B5-90D0-AE2CF1FBE0BD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1A76BEA0-888E-41CD-9B30-B128A39F781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2EA36045-2F1D-402B-A951-B9957D5C145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AAF58CB3-363E-4156-8148-52E0B9CB634A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BDC4E05B-A602-483A-B19B-B907358D4629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55AC54D8-2C27-49A7-B1CE-C865E629499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C9753262-9BA1-4716-B4B5-AAFE232A72A2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5B2AD932-98DF-4DA1-B19E-E38A4DD270F0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DE13C879-BB42-4F2C-9413-A1322DE58809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28B4D2F2-9DD5-4B23-A2F2-7DBEE9E61F6C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C1A2F663-A8A7-4337-9C39-489B4C457111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1609761D-150A-4DE0-9604-CC3953C108D0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D1189D1C-85ED-4EF1-A384-7C4590ED50FD}"/>
                </a:ext>
              </a:extLst>
            </p:cNvPr>
            <p:cNvSpPr/>
            <p:nvPr userDrawn="1"/>
          </p:nvSpPr>
          <p:spPr>
            <a:xfrm>
              <a:off x="8138160" y="4045868"/>
              <a:ext cx="2029968" cy="82296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445306C5-E470-4A93-9C9F-5D066F760D16}"/>
                </a:ext>
              </a:extLst>
            </p:cNvPr>
            <p:cNvSpPr/>
            <p:nvPr userDrawn="1"/>
          </p:nvSpPr>
          <p:spPr>
            <a:xfrm>
              <a:off x="8138160" y="2029968"/>
              <a:ext cx="1014984" cy="201168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B31C374B-40F2-4B1E-A9D8-6E5C932FF170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8138160" y="2012062"/>
              <a:ext cx="3044952" cy="70"/>
            </a:xfrm>
            <a:prstGeom prst="line">
              <a:avLst/>
            </a:prstGeom>
            <a:ln w="381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1C668341-39BE-4448-B29D-2594AE6D75C2}"/>
                </a:ext>
              </a:extLst>
            </p:cNvPr>
            <p:cNvSpPr/>
            <p:nvPr userDrawn="1"/>
          </p:nvSpPr>
          <p:spPr>
            <a:xfrm>
              <a:off x="11055096" y="1874902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7" name="Date Placeholder 3">
            <a:extLst>
              <a:ext uri="{FF2B5EF4-FFF2-40B4-BE49-F238E27FC236}">
                <a16:creationId xmlns:a16="http://schemas.microsoft.com/office/drawing/2014/main" id="{56895315-7883-40AA-AB6E-E7F8B77E5B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1295" y="6355080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68" name="Footer Placeholder 4">
            <a:extLst>
              <a:ext uri="{FF2B5EF4-FFF2-40B4-BE49-F238E27FC236}">
                <a16:creationId xmlns:a16="http://schemas.microsoft.com/office/drawing/2014/main" id="{0000A4E2-8200-4049-B783-2C99FBDBA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99886" y="635508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9" name="Slide Number Placeholder 5">
            <a:extLst>
              <a:ext uri="{FF2B5EF4-FFF2-40B4-BE49-F238E27FC236}">
                <a16:creationId xmlns:a16="http://schemas.microsoft.com/office/drawing/2014/main" id="{179E1CD1-EB8F-4E56-ADD5-06293A7A2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4091" y="635508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BB414F1-8F08-3A3B-45E3-9F44595164A1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62001" y="3058886"/>
            <a:ext cx="6597372" cy="3296194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57200">
              <a:lnSpc>
                <a:spcPts val="2000"/>
              </a:lnSpc>
              <a:defRPr sz="1800">
                <a:solidFill>
                  <a:schemeClr val="bg1"/>
                </a:solidFill>
              </a:defRPr>
            </a:lvl2pPr>
            <a:lvl3pPr marL="914400">
              <a:lnSpc>
                <a:spcPts val="2000"/>
              </a:lnSpc>
              <a:defRPr sz="1800">
                <a:solidFill>
                  <a:schemeClr val="bg1"/>
                </a:solidFill>
              </a:defRPr>
            </a:lvl3pPr>
            <a:lvl4pPr marL="1371600">
              <a:lnSpc>
                <a:spcPts val="2000"/>
              </a:lnSpc>
              <a:defRPr sz="1800">
                <a:solidFill>
                  <a:schemeClr val="bg1"/>
                </a:solidFill>
              </a:defRPr>
            </a:lvl4pPr>
            <a:lvl5pPr marL="1828800">
              <a:lnSpc>
                <a:spcPts val="2000"/>
              </a:lnSpc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06960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  <p15:guide id="4" pos="576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F09F422-89F7-BDA7-7801-F364BA5D95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3045" y="-4303"/>
            <a:ext cx="7252590" cy="6862680"/>
            <a:chOff x="-3045" y="-4303"/>
            <a:chExt cx="7252590" cy="6862680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D629CA98-D89C-4A69-9A55-8D6C17DCDDF0}"/>
                </a:ext>
              </a:extLst>
            </p:cNvPr>
            <p:cNvSpPr/>
            <p:nvPr userDrawn="1"/>
          </p:nvSpPr>
          <p:spPr>
            <a:xfrm>
              <a:off x="-1146" y="4775407"/>
              <a:ext cx="2029968" cy="2077527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12C5F573-21FC-4A6F-B46F-5583E20C994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-3045" y="-4303"/>
              <a:ext cx="2029968" cy="2029968"/>
            </a:xfrm>
            <a:prstGeom prst="rect">
              <a:avLst/>
            </a:prstGeom>
          </p:spPr>
        </p:pic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EA65556A-38A5-4BA5-9A40-33F02F960B1E}"/>
                </a:ext>
              </a:extLst>
            </p:cNvPr>
            <p:cNvSpPr/>
            <p:nvPr userDrawn="1"/>
          </p:nvSpPr>
          <p:spPr>
            <a:xfrm>
              <a:off x="3757" y="2033993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37900790-71B8-45C8-9B6D-07E23CEA7632}"/>
                </a:ext>
              </a:extLst>
            </p:cNvPr>
            <p:cNvSpPr/>
            <p:nvPr userDrawn="1"/>
          </p:nvSpPr>
          <p:spPr>
            <a:xfrm>
              <a:off x="-218" y="4059798"/>
              <a:ext cx="2029968" cy="759567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28AC969-4FA2-44AD-A273-2A0B7839749F}"/>
                </a:ext>
              </a:extLst>
            </p:cNvPr>
            <p:cNvSpPr/>
            <p:nvPr userDrawn="1"/>
          </p:nvSpPr>
          <p:spPr>
            <a:xfrm>
              <a:off x="4071442" y="4058828"/>
              <a:ext cx="3178103" cy="2799549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91CB31D0-C621-4EF7-AE25-5C3BCD5882C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038053" y="2029625"/>
              <a:ext cx="2029878" cy="2023760"/>
            </a:xfrm>
            <a:prstGeom prst="rect">
              <a:avLst/>
            </a:prstGeom>
          </p:spPr>
        </p:pic>
        <p:pic>
          <p:nvPicPr>
            <p:cNvPr id="69" name="Graphic 68">
              <a:extLst>
                <a:ext uri="{FF2B5EF4-FFF2-40B4-BE49-F238E27FC236}">
                  <a16:creationId xmlns:a16="http://schemas.microsoft.com/office/drawing/2014/main" id="{B2CC2F02-F98F-4E69-AA01-CCF96A602E1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034034" y="4055808"/>
              <a:ext cx="2029968" cy="2029968"/>
            </a:xfrm>
            <a:prstGeom prst="rect">
              <a:avLst/>
            </a:prstGeom>
          </p:spPr>
        </p:pic>
        <p:sp>
          <p:nvSpPr>
            <p:cNvPr id="8" name="Rectangle 9">
              <a:extLst>
                <a:ext uri="{FF2B5EF4-FFF2-40B4-BE49-F238E27FC236}">
                  <a16:creationId xmlns:a16="http://schemas.microsoft.com/office/drawing/2014/main" id="{FE05B395-CB62-452B-A84F-936AD8EDDA92}"/>
                </a:ext>
              </a:extLst>
            </p:cNvPr>
            <p:cNvSpPr/>
            <p:nvPr userDrawn="1"/>
          </p:nvSpPr>
          <p:spPr>
            <a:xfrm>
              <a:off x="2028568" y="4060579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73" name="Graphic 72">
              <a:extLst>
                <a:ext uri="{FF2B5EF4-FFF2-40B4-BE49-F238E27FC236}">
                  <a16:creationId xmlns:a16="http://schemas.microsoft.com/office/drawing/2014/main" id="{2622C30D-68C5-43FD-997F-CFD4DD72E16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5400000">
              <a:off x="2043950" y="4059923"/>
              <a:ext cx="2029968" cy="2029968"/>
            </a:xfrm>
            <a:prstGeom prst="rect">
              <a:avLst/>
            </a:prstGeom>
          </p:spPr>
        </p:pic>
        <p:pic>
          <p:nvPicPr>
            <p:cNvPr id="35" name="Picture 34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AC3CDBDC-6EB4-4B7D-A9F6-4CFA748349B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06" y="3062893"/>
              <a:ext cx="2019299" cy="999451"/>
            </a:xfrm>
            <a:prstGeom prst="rect">
              <a:avLst/>
            </a:prstGeom>
          </p:spPr>
        </p:pic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34457344-691C-417A-9C29-5AD8ABC43E5A}"/>
                </a:ext>
              </a:extLst>
            </p:cNvPr>
            <p:cNvGrpSpPr/>
            <p:nvPr userDrawn="1"/>
          </p:nvGrpSpPr>
          <p:grpSpPr>
            <a:xfrm>
              <a:off x="4433" y="4836676"/>
              <a:ext cx="1965960" cy="1965960"/>
              <a:chOff x="5361924" y="7472790"/>
              <a:chExt cx="1828800" cy="1828800"/>
            </a:xfrm>
          </p:grpSpPr>
          <p:grpSp>
            <p:nvGrpSpPr>
              <p:cNvPr id="163" name="Group 162">
                <a:extLst>
                  <a:ext uri="{FF2B5EF4-FFF2-40B4-BE49-F238E27FC236}">
                    <a16:creationId xmlns:a16="http://schemas.microsoft.com/office/drawing/2014/main" id="{68DDC918-5A9B-4D14-98A4-9002D8520FD4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165" name="Group 164">
                  <a:extLst>
                    <a:ext uri="{FF2B5EF4-FFF2-40B4-BE49-F238E27FC236}">
                      <a16:creationId xmlns:a16="http://schemas.microsoft.com/office/drawing/2014/main" id="{2366D07F-988F-459E-BBD3-15126F92902E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173" name="Group 172">
                    <a:extLst>
                      <a:ext uri="{FF2B5EF4-FFF2-40B4-BE49-F238E27FC236}">
                        <a16:creationId xmlns:a16="http://schemas.microsoft.com/office/drawing/2014/main" id="{6CCACE8C-699F-4B10-BA84-94167BA05CC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176" name="Group 175">
                      <a:extLst>
                        <a:ext uri="{FF2B5EF4-FFF2-40B4-BE49-F238E27FC236}">
                          <a16:creationId xmlns:a16="http://schemas.microsoft.com/office/drawing/2014/main" id="{59F49E32-0B71-4676-8012-BA971DA2100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178" name="Group 177">
                        <a:extLst>
                          <a:ext uri="{FF2B5EF4-FFF2-40B4-BE49-F238E27FC236}">
                            <a16:creationId xmlns:a16="http://schemas.microsoft.com/office/drawing/2014/main" id="{DF41FA5A-1504-4DC4-B514-00C377423E7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180" name="Group 179">
                          <a:extLst>
                            <a:ext uri="{FF2B5EF4-FFF2-40B4-BE49-F238E27FC236}">
                              <a16:creationId xmlns:a16="http://schemas.microsoft.com/office/drawing/2014/main" id="{68B4610A-A91F-459F-A9C5-9FC624665516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182" name="Group 181">
                            <a:extLst>
                              <a:ext uri="{FF2B5EF4-FFF2-40B4-BE49-F238E27FC236}">
                                <a16:creationId xmlns:a16="http://schemas.microsoft.com/office/drawing/2014/main" id="{D794F6E3-A9E3-42A9-93AA-7B9E20AD922D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184" name="Oval 183">
                              <a:extLst>
                                <a:ext uri="{FF2B5EF4-FFF2-40B4-BE49-F238E27FC236}">
                                  <a16:creationId xmlns:a16="http://schemas.microsoft.com/office/drawing/2014/main" id="{90B634B0-4792-4A28-B92A-ACA35F17767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185" name="Oval 184">
                              <a:extLst>
                                <a:ext uri="{FF2B5EF4-FFF2-40B4-BE49-F238E27FC236}">
                                  <a16:creationId xmlns:a16="http://schemas.microsoft.com/office/drawing/2014/main" id="{1B466310-2C61-42F1-81EB-2B5BF01B2267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183" name="Oval 182">
                            <a:extLst>
                              <a:ext uri="{FF2B5EF4-FFF2-40B4-BE49-F238E27FC236}">
                                <a16:creationId xmlns:a16="http://schemas.microsoft.com/office/drawing/2014/main" id="{53A72A9A-79AE-4A89-8938-7A85E2248DE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6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181" name="Oval 180">
                          <a:extLst>
                            <a:ext uri="{FF2B5EF4-FFF2-40B4-BE49-F238E27FC236}">
                              <a16:creationId xmlns:a16="http://schemas.microsoft.com/office/drawing/2014/main" id="{02618DCD-5B83-4412-9D1A-968C246DCAC1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6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179" name="Oval 178">
                        <a:extLst>
                          <a:ext uri="{FF2B5EF4-FFF2-40B4-BE49-F238E27FC236}">
                            <a16:creationId xmlns:a16="http://schemas.microsoft.com/office/drawing/2014/main" id="{29B173F9-A6EA-4B31-B4C6-3C8DE08F2F11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6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177" name="Oval 176">
                      <a:extLst>
                        <a:ext uri="{FF2B5EF4-FFF2-40B4-BE49-F238E27FC236}">
                          <a16:creationId xmlns:a16="http://schemas.microsoft.com/office/drawing/2014/main" id="{466DB0E2-4B80-4A09-8BCA-9432E1E1DAE3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6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174" name="Oval 173">
                    <a:extLst>
                      <a:ext uri="{FF2B5EF4-FFF2-40B4-BE49-F238E27FC236}">
                        <a16:creationId xmlns:a16="http://schemas.microsoft.com/office/drawing/2014/main" id="{20D2F087-D77F-4913-922E-014FB9DEE63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6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166" name="Oval 165">
                  <a:extLst>
                    <a:ext uri="{FF2B5EF4-FFF2-40B4-BE49-F238E27FC236}">
                      <a16:creationId xmlns:a16="http://schemas.microsoft.com/office/drawing/2014/main" id="{DD44EC19-A244-4489-9CB8-0361CFBFD02F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67" name="Oval 166">
                  <a:extLst>
                    <a:ext uri="{FF2B5EF4-FFF2-40B4-BE49-F238E27FC236}">
                      <a16:creationId xmlns:a16="http://schemas.microsoft.com/office/drawing/2014/main" id="{C5C029E7-6D6D-4D14-8D8E-E407011AF097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69" name="Oval 168">
                  <a:extLst>
                    <a:ext uri="{FF2B5EF4-FFF2-40B4-BE49-F238E27FC236}">
                      <a16:creationId xmlns:a16="http://schemas.microsoft.com/office/drawing/2014/main" id="{4A74D8A7-ACD3-40A3-918D-46DF99BF9F3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71" name="Oval 170">
                  <a:extLst>
                    <a:ext uri="{FF2B5EF4-FFF2-40B4-BE49-F238E27FC236}">
                      <a16:creationId xmlns:a16="http://schemas.microsoft.com/office/drawing/2014/main" id="{9C994ED9-5124-452B-986B-4782056BCFB3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72" name="Oval 171">
                  <a:extLst>
                    <a:ext uri="{FF2B5EF4-FFF2-40B4-BE49-F238E27FC236}">
                      <a16:creationId xmlns:a16="http://schemas.microsoft.com/office/drawing/2014/main" id="{8ADCBFB4-9F0A-40FB-A585-2728254E0A7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64" name="Oval 163">
                <a:extLst>
                  <a:ext uri="{FF2B5EF4-FFF2-40B4-BE49-F238E27FC236}">
                    <a16:creationId xmlns:a16="http://schemas.microsoft.com/office/drawing/2014/main" id="{42E049E2-81A6-45F8-BA9F-DEA21400B1AD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75F20D6C-6085-4D3F-9186-6895908C97B9}"/>
                </a:ext>
              </a:extLst>
            </p:cNvPr>
            <p:cNvSpPr/>
            <p:nvPr userDrawn="1"/>
          </p:nvSpPr>
          <p:spPr>
            <a:xfrm rot="16200000">
              <a:off x="506891" y="5335524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BC56BE23-DE49-4D55-A6A0-DFE2A870120D}"/>
                </a:ext>
              </a:extLst>
            </p:cNvPr>
            <p:cNvSpPr/>
            <p:nvPr userDrawn="1"/>
          </p:nvSpPr>
          <p:spPr>
            <a:xfrm>
              <a:off x="2028658" y="6089528"/>
              <a:ext cx="2049251" cy="76847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BCF3BD55-FF25-4CA9-8016-81AEB8AA43E8}"/>
                </a:ext>
              </a:extLst>
            </p:cNvPr>
            <p:cNvSpPr/>
            <p:nvPr userDrawn="1"/>
          </p:nvSpPr>
          <p:spPr>
            <a:xfrm>
              <a:off x="3838078" y="1859479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DE09EA6C-7AC2-47BE-95B8-4D3412867BA5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1990665"/>
              <a:ext cx="4023360" cy="33894"/>
            </a:xfrm>
            <a:prstGeom prst="line">
              <a:avLst/>
            </a:prstGeom>
            <a:ln w="508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74771" y="576943"/>
            <a:ext cx="6449786" cy="2785508"/>
          </a:xfrm>
        </p:spPr>
        <p:txBody>
          <a:bodyPr anchor="b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00591F-8CE8-B626-C81A-6C960B2BAE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974772" y="3373686"/>
            <a:ext cx="6449785" cy="1029586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92" name="Date Placeholder 3">
            <a:extLst>
              <a:ext uri="{FF2B5EF4-FFF2-40B4-BE49-F238E27FC236}">
                <a16:creationId xmlns:a16="http://schemas.microsoft.com/office/drawing/2014/main" id="{2837477B-3D20-4982-86AF-91100FE408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19821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193" name="Footer Placeholder 4">
            <a:extLst>
              <a:ext uri="{FF2B5EF4-FFF2-40B4-BE49-F238E27FC236}">
                <a16:creationId xmlns:a16="http://schemas.microsoft.com/office/drawing/2014/main" id="{B6E38A1E-AF37-4A09-9B69-65397A079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727198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94" name="Slide Number Placeholder 5">
            <a:extLst>
              <a:ext uri="{FF2B5EF4-FFF2-40B4-BE49-F238E27FC236}">
                <a16:creationId xmlns:a16="http://schemas.microsoft.com/office/drawing/2014/main" id="{FB77B535-C760-4E32-8A7E-BF9AD08BB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2847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7705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56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phic 25">
            <a:extLst>
              <a:ext uri="{FF2B5EF4-FFF2-40B4-BE49-F238E27FC236}">
                <a16:creationId xmlns:a16="http://schemas.microsoft.com/office/drawing/2014/main" id="{E1BC9BFE-80C0-4DA9-92DB-070C41E41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8097646">
            <a:off x="403102" y="-983359"/>
            <a:ext cx="2029968" cy="2029968"/>
          </a:xfrm>
          <a:prstGeom prst="rect">
            <a:avLst/>
          </a:prstGeom>
        </p:spPr>
      </p:pic>
      <p:sp>
        <p:nvSpPr>
          <p:cNvPr id="8" name="Rectangle 23">
            <a:extLst>
              <a:ext uri="{FF2B5EF4-FFF2-40B4-BE49-F238E27FC236}">
                <a16:creationId xmlns:a16="http://schemas.microsoft.com/office/drawing/2014/main" id="{F5ED01E4-35BF-4165-86B2-E3BDFD91D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3508190">
            <a:off x="-1025089" y="458228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7E6DD28-C71B-4484-973A-D12A277300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8902533">
            <a:off x="407892" y="1900474"/>
            <a:ext cx="2029968" cy="2029968"/>
          </a:xfrm>
          <a:prstGeom prst="rect">
            <a:avLst/>
          </a:prstGeom>
        </p:spPr>
      </p:pic>
      <p:sp>
        <p:nvSpPr>
          <p:cNvPr id="11" name="Rectangle 23">
            <a:extLst>
              <a:ext uri="{FF2B5EF4-FFF2-40B4-BE49-F238E27FC236}">
                <a16:creationId xmlns:a16="http://schemas.microsoft.com/office/drawing/2014/main" id="{AB403917-256D-4254-A12F-F8BD19470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8900000">
            <a:off x="413443" y="1923515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EB06A536-5FCB-4761-9EFF-D54BE44B1F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708786">
            <a:off x="-1021285" y="3355869"/>
            <a:ext cx="2029968" cy="2029968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B73C61F-3D48-4791-8280-D98D2C01E0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3489227">
            <a:off x="1859807" y="3357927"/>
            <a:ext cx="2029968" cy="2029968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94213EEF-F759-4045-9F53-49C1B4ECED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7411" y="5806395"/>
            <a:ext cx="2870810" cy="1000774"/>
            <a:chOff x="-13699" y="5839164"/>
            <a:chExt cx="2862790" cy="1000774"/>
          </a:xfrm>
        </p:grpSpPr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2EA4D38A-6ACD-4296-B454-E5BD7EAC7990}"/>
                </a:ext>
              </a:extLst>
            </p:cNvPr>
            <p:cNvSpPr/>
            <p:nvPr userDrawn="1"/>
          </p:nvSpPr>
          <p:spPr>
            <a:xfrm>
              <a:off x="-13699" y="5839164"/>
              <a:ext cx="2862790" cy="28868"/>
            </a:xfrm>
            <a:custGeom>
              <a:avLst/>
              <a:gdLst>
                <a:gd name="connsiteX0" fmla="*/ 0 w 2862790"/>
                <a:gd name="connsiteY0" fmla="*/ 0 h 28868"/>
                <a:gd name="connsiteX1" fmla="*/ 2862790 w 2862790"/>
                <a:gd name="connsiteY1" fmla="*/ 0 h 28868"/>
                <a:gd name="connsiteX2" fmla="*/ 2833921 w 2862790"/>
                <a:gd name="connsiteY2" fmla="*/ 28868 h 28868"/>
                <a:gd name="connsiteX3" fmla="*/ 28868 w 2862790"/>
                <a:gd name="connsiteY3" fmla="*/ 28868 h 28868"/>
                <a:gd name="connsiteX4" fmla="*/ 0 w 286279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62790" h="28868">
                  <a:moveTo>
                    <a:pt x="0" y="0"/>
                  </a:moveTo>
                  <a:lnTo>
                    <a:pt x="2862790" y="0"/>
                  </a:lnTo>
                  <a:lnTo>
                    <a:pt x="2833921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4E32D04-F635-443B-B642-A509F0473CB5}"/>
                </a:ext>
              </a:extLst>
            </p:cNvPr>
            <p:cNvSpPr/>
            <p:nvPr userDrawn="1"/>
          </p:nvSpPr>
          <p:spPr>
            <a:xfrm>
              <a:off x="47246" y="5900109"/>
              <a:ext cx="2740900" cy="28868"/>
            </a:xfrm>
            <a:custGeom>
              <a:avLst/>
              <a:gdLst>
                <a:gd name="connsiteX0" fmla="*/ 0 w 2740900"/>
                <a:gd name="connsiteY0" fmla="*/ 0 h 28868"/>
                <a:gd name="connsiteX1" fmla="*/ 2740900 w 2740900"/>
                <a:gd name="connsiteY1" fmla="*/ 0 h 28868"/>
                <a:gd name="connsiteX2" fmla="*/ 2712032 w 2740900"/>
                <a:gd name="connsiteY2" fmla="*/ 28868 h 28868"/>
                <a:gd name="connsiteX3" fmla="*/ 28868 w 2740900"/>
                <a:gd name="connsiteY3" fmla="*/ 28868 h 28868"/>
                <a:gd name="connsiteX4" fmla="*/ 0 w 274090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40900" h="28868">
                  <a:moveTo>
                    <a:pt x="0" y="0"/>
                  </a:moveTo>
                  <a:lnTo>
                    <a:pt x="2740900" y="0"/>
                  </a:lnTo>
                  <a:lnTo>
                    <a:pt x="2712032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C95F7659-0C0B-4798-8392-E6B36B62DEA4}"/>
                </a:ext>
              </a:extLst>
            </p:cNvPr>
            <p:cNvSpPr/>
            <p:nvPr userDrawn="1"/>
          </p:nvSpPr>
          <p:spPr>
            <a:xfrm>
              <a:off x="108992" y="5960251"/>
              <a:ext cx="2619012" cy="29671"/>
            </a:xfrm>
            <a:custGeom>
              <a:avLst/>
              <a:gdLst>
                <a:gd name="connsiteX0" fmla="*/ 0 w 2619012"/>
                <a:gd name="connsiteY0" fmla="*/ 0 h 29671"/>
                <a:gd name="connsiteX1" fmla="*/ 2619012 w 2619012"/>
                <a:gd name="connsiteY1" fmla="*/ 0 h 29671"/>
                <a:gd name="connsiteX2" fmla="*/ 2590143 w 2619012"/>
                <a:gd name="connsiteY2" fmla="*/ 28868 h 29671"/>
                <a:gd name="connsiteX3" fmla="*/ 28067 w 2619012"/>
                <a:gd name="connsiteY3" fmla="*/ 29671 h 29671"/>
                <a:gd name="connsiteX4" fmla="*/ 28869 w 2619012"/>
                <a:gd name="connsiteY4" fmla="*/ 28869 h 29671"/>
                <a:gd name="connsiteX5" fmla="*/ 0 w 2619012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19012" h="29671">
                  <a:moveTo>
                    <a:pt x="0" y="0"/>
                  </a:moveTo>
                  <a:lnTo>
                    <a:pt x="2619012" y="0"/>
                  </a:lnTo>
                  <a:lnTo>
                    <a:pt x="2590143" y="28868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ABB69ABA-A9D2-4649-A1AB-E12AA2D2C8E7}"/>
                </a:ext>
              </a:extLst>
            </p:cNvPr>
            <p:cNvSpPr/>
            <p:nvPr userDrawn="1"/>
          </p:nvSpPr>
          <p:spPr>
            <a:xfrm>
              <a:off x="169937" y="6021196"/>
              <a:ext cx="2497122" cy="29670"/>
            </a:xfrm>
            <a:custGeom>
              <a:avLst/>
              <a:gdLst>
                <a:gd name="connsiteX0" fmla="*/ 0 w 2497122"/>
                <a:gd name="connsiteY0" fmla="*/ 0 h 29670"/>
                <a:gd name="connsiteX1" fmla="*/ 2497122 w 2497122"/>
                <a:gd name="connsiteY1" fmla="*/ 0 h 29670"/>
                <a:gd name="connsiteX2" fmla="*/ 2468254 w 2497122"/>
                <a:gd name="connsiteY2" fmla="*/ 28868 h 29670"/>
                <a:gd name="connsiteX3" fmla="*/ 28066 w 2497122"/>
                <a:gd name="connsiteY3" fmla="*/ 29670 h 29670"/>
                <a:gd name="connsiteX4" fmla="*/ 28868 w 2497122"/>
                <a:gd name="connsiteY4" fmla="*/ 28868 h 29670"/>
                <a:gd name="connsiteX5" fmla="*/ 0 w 2497122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97122" h="29670">
                  <a:moveTo>
                    <a:pt x="0" y="0"/>
                  </a:moveTo>
                  <a:lnTo>
                    <a:pt x="2497122" y="0"/>
                  </a:lnTo>
                  <a:lnTo>
                    <a:pt x="2468254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8B88CE23-E34F-470C-8C56-46C08322365F}"/>
                </a:ext>
              </a:extLst>
            </p:cNvPr>
            <p:cNvSpPr/>
            <p:nvPr userDrawn="1"/>
          </p:nvSpPr>
          <p:spPr>
            <a:xfrm>
              <a:off x="229279" y="6082140"/>
              <a:ext cx="2376837" cy="28869"/>
            </a:xfrm>
            <a:custGeom>
              <a:avLst/>
              <a:gdLst>
                <a:gd name="connsiteX0" fmla="*/ 0 w 2376837"/>
                <a:gd name="connsiteY0" fmla="*/ 0 h 28869"/>
                <a:gd name="connsiteX1" fmla="*/ 2376837 w 2376837"/>
                <a:gd name="connsiteY1" fmla="*/ 0 h 28869"/>
                <a:gd name="connsiteX2" fmla="*/ 2347968 w 2376837"/>
                <a:gd name="connsiteY2" fmla="*/ 28868 h 28869"/>
                <a:gd name="connsiteX3" fmla="*/ 28868 w 2376837"/>
                <a:gd name="connsiteY3" fmla="*/ 28869 h 28869"/>
                <a:gd name="connsiteX4" fmla="*/ 0 w 2376837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76837" h="28869">
                  <a:moveTo>
                    <a:pt x="0" y="0"/>
                  </a:moveTo>
                  <a:lnTo>
                    <a:pt x="2376837" y="0"/>
                  </a:lnTo>
                  <a:lnTo>
                    <a:pt x="2347968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75BCEDE2-961E-42E0-AF9C-3D070C974007}"/>
                </a:ext>
              </a:extLst>
            </p:cNvPr>
            <p:cNvSpPr/>
            <p:nvPr userDrawn="1"/>
          </p:nvSpPr>
          <p:spPr>
            <a:xfrm>
              <a:off x="290222" y="6143085"/>
              <a:ext cx="2254948" cy="28868"/>
            </a:xfrm>
            <a:custGeom>
              <a:avLst/>
              <a:gdLst>
                <a:gd name="connsiteX0" fmla="*/ 0 w 2254948"/>
                <a:gd name="connsiteY0" fmla="*/ 0 h 28868"/>
                <a:gd name="connsiteX1" fmla="*/ 2254948 w 2254948"/>
                <a:gd name="connsiteY1" fmla="*/ 0 h 28868"/>
                <a:gd name="connsiteX2" fmla="*/ 2226080 w 2254948"/>
                <a:gd name="connsiteY2" fmla="*/ 28868 h 28868"/>
                <a:gd name="connsiteX3" fmla="*/ 28868 w 2254948"/>
                <a:gd name="connsiteY3" fmla="*/ 28868 h 28868"/>
                <a:gd name="connsiteX4" fmla="*/ 0 w 2254948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4948" h="28868">
                  <a:moveTo>
                    <a:pt x="0" y="0"/>
                  </a:moveTo>
                  <a:lnTo>
                    <a:pt x="2254948" y="0"/>
                  </a:lnTo>
                  <a:lnTo>
                    <a:pt x="2226080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FB930397-7A2A-4C50-9EC9-7E3107D065D2}"/>
                </a:ext>
              </a:extLst>
            </p:cNvPr>
            <p:cNvSpPr/>
            <p:nvPr userDrawn="1"/>
          </p:nvSpPr>
          <p:spPr>
            <a:xfrm>
              <a:off x="351970" y="6203227"/>
              <a:ext cx="2133059" cy="29671"/>
            </a:xfrm>
            <a:custGeom>
              <a:avLst/>
              <a:gdLst>
                <a:gd name="connsiteX0" fmla="*/ 2133059 w 2133059"/>
                <a:gd name="connsiteY0" fmla="*/ 0 h 29671"/>
                <a:gd name="connsiteX1" fmla="*/ 2104190 w 2133059"/>
                <a:gd name="connsiteY1" fmla="*/ 28869 h 29671"/>
                <a:gd name="connsiteX2" fmla="*/ 28066 w 2133059"/>
                <a:gd name="connsiteY2" fmla="*/ 29671 h 29671"/>
                <a:gd name="connsiteX3" fmla="*/ 28868 w 2133059"/>
                <a:gd name="connsiteY3" fmla="*/ 28869 h 29671"/>
                <a:gd name="connsiteX4" fmla="*/ 0 w 2133059"/>
                <a:gd name="connsiteY4" fmla="*/ 1 h 29671"/>
                <a:gd name="connsiteX5" fmla="*/ 2133059 w 2133059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33059" h="29671">
                  <a:moveTo>
                    <a:pt x="2133059" y="0"/>
                  </a:moveTo>
                  <a:lnTo>
                    <a:pt x="2104190" y="28869"/>
                  </a:lnTo>
                  <a:lnTo>
                    <a:pt x="28066" y="29671"/>
                  </a:lnTo>
                  <a:lnTo>
                    <a:pt x="28868" y="28869"/>
                  </a:lnTo>
                  <a:lnTo>
                    <a:pt x="0" y="1"/>
                  </a:lnTo>
                  <a:lnTo>
                    <a:pt x="213305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8CA98174-D81B-4241-92F9-D0D2028FFEA9}"/>
                </a:ext>
              </a:extLst>
            </p:cNvPr>
            <p:cNvSpPr/>
            <p:nvPr userDrawn="1"/>
          </p:nvSpPr>
          <p:spPr>
            <a:xfrm>
              <a:off x="411310" y="6264172"/>
              <a:ext cx="2012774" cy="28868"/>
            </a:xfrm>
            <a:custGeom>
              <a:avLst/>
              <a:gdLst>
                <a:gd name="connsiteX0" fmla="*/ 0 w 2012774"/>
                <a:gd name="connsiteY0" fmla="*/ 0 h 28868"/>
                <a:gd name="connsiteX1" fmla="*/ 2012774 w 2012774"/>
                <a:gd name="connsiteY1" fmla="*/ 0 h 28868"/>
                <a:gd name="connsiteX2" fmla="*/ 1983905 w 2012774"/>
                <a:gd name="connsiteY2" fmla="*/ 28868 h 28868"/>
                <a:gd name="connsiteX3" fmla="*/ 28868 w 2012774"/>
                <a:gd name="connsiteY3" fmla="*/ 28868 h 28868"/>
                <a:gd name="connsiteX4" fmla="*/ 0 w 201277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2774" h="28868">
                  <a:moveTo>
                    <a:pt x="0" y="0"/>
                  </a:moveTo>
                  <a:lnTo>
                    <a:pt x="2012774" y="0"/>
                  </a:lnTo>
                  <a:lnTo>
                    <a:pt x="1983905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E4CE4FB8-5E60-4288-B2FA-CF9316ED449F}"/>
                </a:ext>
              </a:extLst>
            </p:cNvPr>
            <p:cNvSpPr/>
            <p:nvPr userDrawn="1"/>
          </p:nvSpPr>
          <p:spPr>
            <a:xfrm>
              <a:off x="472255" y="6325117"/>
              <a:ext cx="1890884" cy="28868"/>
            </a:xfrm>
            <a:custGeom>
              <a:avLst/>
              <a:gdLst>
                <a:gd name="connsiteX0" fmla="*/ 0 w 1890884"/>
                <a:gd name="connsiteY0" fmla="*/ 0 h 28868"/>
                <a:gd name="connsiteX1" fmla="*/ 1890884 w 1890884"/>
                <a:gd name="connsiteY1" fmla="*/ 0 h 28868"/>
                <a:gd name="connsiteX2" fmla="*/ 1862016 w 1890884"/>
                <a:gd name="connsiteY2" fmla="*/ 28868 h 28868"/>
                <a:gd name="connsiteX3" fmla="*/ 28868 w 1890884"/>
                <a:gd name="connsiteY3" fmla="*/ 28868 h 28868"/>
                <a:gd name="connsiteX4" fmla="*/ 0 w 189088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90884" h="28868">
                  <a:moveTo>
                    <a:pt x="0" y="0"/>
                  </a:moveTo>
                  <a:lnTo>
                    <a:pt x="1890884" y="0"/>
                  </a:lnTo>
                  <a:lnTo>
                    <a:pt x="1862016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6F69FE5C-0AF0-42F6-A721-9E2244C967AA}"/>
                </a:ext>
              </a:extLst>
            </p:cNvPr>
            <p:cNvSpPr/>
            <p:nvPr userDrawn="1"/>
          </p:nvSpPr>
          <p:spPr>
            <a:xfrm>
              <a:off x="533199" y="6386061"/>
              <a:ext cx="1768996" cy="28869"/>
            </a:xfrm>
            <a:custGeom>
              <a:avLst/>
              <a:gdLst>
                <a:gd name="connsiteX0" fmla="*/ 0 w 1768996"/>
                <a:gd name="connsiteY0" fmla="*/ 0 h 28869"/>
                <a:gd name="connsiteX1" fmla="*/ 1768996 w 1768996"/>
                <a:gd name="connsiteY1" fmla="*/ 0 h 28869"/>
                <a:gd name="connsiteX2" fmla="*/ 1740128 w 1768996"/>
                <a:gd name="connsiteY2" fmla="*/ 28868 h 28869"/>
                <a:gd name="connsiteX3" fmla="*/ 28869 w 1768996"/>
                <a:gd name="connsiteY3" fmla="*/ 28869 h 28869"/>
                <a:gd name="connsiteX4" fmla="*/ 0 w 1768996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68996" h="28869">
                  <a:moveTo>
                    <a:pt x="0" y="0"/>
                  </a:moveTo>
                  <a:lnTo>
                    <a:pt x="1768996" y="0"/>
                  </a:lnTo>
                  <a:lnTo>
                    <a:pt x="1740128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8311083-D41B-4770-B6A9-AFA83AAF2885}"/>
                </a:ext>
              </a:extLst>
            </p:cNvPr>
            <p:cNvSpPr/>
            <p:nvPr userDrawn="1"/>
          </p:nvSpPr>
          <p:spPr>
            <a:xfrm>
              <a:off x="594946" y="6446204"/>
              <a:ext cx="1647106" cy="29670"/>
            </a:xfrm>
            <a:custGeom>
              <a:avLst/>
              <a:gdLst>
                <a:gd name="connsiteX0" fmla="*/ 0 w 1647106"/>
                <a:gd name="connsiteY0" fmla="*/ 0 h 29670"/>
                <a:gd name="connsiteX1" fmla="*/ 1647106 w 1647106"/>
                <a:gd name="connsiteY1" fmla="*/ 0 h 29670"/>
                <a:gd name="connsiteX2" fmla="*/ 1618238 w 1647106"/>
                <a:gd name="connsiteY2" fmla="*/ 28868 h 29670"/>
                <a:gd name="connsiteX3" fmla="*/ 28066 w 1647106"/>
                <a:gd name="connsiteY3" fmla="*/ 29670 h 29670"/>
                <a:gd name="connsiteX4" fmla="*/ 28868 w 1647106"/>
                <a:gd name="connsiteY4" fmla="*/ 28868 h 29670"/>
                <a:gd name="connsiteX5" fmla="*/ 0 w 1647106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47106" h="29670">
                  <a:moveTo>
                    <a:pt x="0" y="0"/>
                  </a:moveTo>
                  <a:lnTo>
                    <a:pt x="1647106" y="0"/>
                  </a:lnTo>
                  <a:lnTo>
                    <a:pt x="1618238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730A62EE-9416-445D-B0B2-018F008614B8}"/>
                </a:ext>
              </a:extLst>
            </p:cNvPr>
            <p:cNvSpPr/>
            <p:nvPr userDrawn="1"/>
          </p:nvSpPr>
          <p:spPr>
            <a:xfrm>
              <a:off x="654287" y="6507148"/>
              <a:ext cx="1526821" cy="28869"/>
            </a:xfrm>
            <a:custGeom>
              <a:avLst/>
              <a:gdLst>
                <a:gd name="connsiteX0" fmla="*/ 0 w 1526821"/>
                <a:gd name="connsiteY0" fmla="*/ 0 h 28869"/>
                <a:gd name="connsiteX1" fmla="*/ 1526821 w 1526821"/>
                <a:gd name="connsiteY1" fmla="*/ 0 h 28869"/>
                <a:gd name="connsiteX2" fmla="*/ 1497952 w 1526821"/>
                <a:gd name="connsiteY2" fmla="*/ 28868 h 28869"/>
                <a:gd name="connsiteX3" fmla="*/ 28868 w 1526821"/>
                <a:gd name="connsiteY3" fmla="*/ 28869 h 28869"/>
                <a:gd name="connsiteX4" fmla="*/ 0 w 1526821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6821" h="28869">
                  <a:moveTo>
                    <a:pt x="0" y="0"/>
                  </a:moveTo>
                  <a:lnTo>
                    <a:pt x="1526821" y="0"/>
                  </a:lnTo>
                  <a:lnTo>
                    <a:pt x="1497952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4A92E211-EBEF-4E62-97FD-46ECC42436DF}"/>
                </a:ext>
              </a:extLst>
            </p:cNvPr>
            <p:cNvSpPr/>
            <p:nvPr userDrawn="1"/>
          </p:nvSpPr>
          <p:spPr>
            <a:xfrm>
              <a:off x="715231" y="6568093"/>
              <a:ext cx="1404932" cy="28868"/>
            </a:xfrm>
            <a:custGeom>
              <a:avLst/>
              <a:gdLst>
                <a:gd name="connsiteX0" fmla="*/ 0 w 1404932"/>
                <a:gd name="connsiteY0" fmla="*/ 0 h 28868"/>
                <a:gd name="connsiteX1" fmla="*/ 1404932 w 1404932"/>
                <a:gd name="connsiteY1" fmla="*/ 0 h 28868"/>
                <a:gd name="connsiteX2" fmla="*/ 1376064 w 1404932"/>
                <a:gd name="connsiteY2" fmla="*/ 28868 h 28868"/>
                <a:gd name="connsiteX3" fmla="*/ 28868 w 1404932"/>
                <a:gd name="connsiteY3" fmla="*/ 28868 h 28868"/>
                <a:gd name="connsiteX4" fmla="*/ 0 w 1404932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4932" h="28868">
                  <a:moveTo>
                    <a:pt x="0" y="0"/>
                  </a:moveTo>
                  <a:lnTo>
                    <a:pt x="1404932" y="0"/>
                  </a:lnTo>
                  <a:lnTo>
                    <a:pt x="1376064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C8A63A1-564C-478A-B490-96E1C76014CC}"/>
                </a:ext>
              </a:extLst>
            </p:cNvPr>
            <p:cNvSpPr/>
            <p:nvPr userDrawn="1"/>
          </p:nvSpPr>
          <p:spPr>
            <a:xfrm>
              <a:off x="776977" y="6628235"/>
              <a:ext cx="1283044" cy="29671"/>
            </a:xfrm>
            <a:custGeom>
              <a:avLst/>
              <a:gdLst>
                <a:gd name="connsiteX0" fmla="*/ 1283044 w 1283044"/>
                <a:gd name="connsiteY0" fmla="*/ 0 h 29671"/>
                <a:gd name="connsiteX1" fmla="*/ 1254175 w 1283044"/>
                <a:gd name="connsiteY1" fmla="*/ 28869 h 29671"/>
                <a:gd name="connsiteX2" fmla="*/ 28067 w 1283044"/>
                <a:gd name="connsiteY2" fmla="*/ 29671 h 29671"/>
                <a:gd name="connsiteX3" fmla="*/ 28869 w 1283044"/>
                <a:gd name="connsiteY3" fmla="*/ 28869 h 29671"/>
                <a:gd name="connsiteX4" fmla="*/ 0 w 1283044"/>
                <a:gd name="connsiteY4" fmla="*/ 1 h 29671"/>
                <a:gd name="connsiteX5" fmla="*/ 1283044 w 1283044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83044" h="29671">
                  <a:moveTo>
                    <a:pt x="1283044" y="0"/>
                  </a:moveTo>
                  <a:lnTo>
                    <a:pt x="1254175" y="28869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1"/>
                  </a:lnTo>
                  <a:lnTo>
                    <a:pt x="128304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4162FC41-462F-4E99-AACA-F5B9C804FB14}"/>
                </a:ext>
              </a:extLst>
            </p:cNvPr>
            <p:cNvSpPr/>
            <p:nvPr userDrawn="1"/>
          </p:nvSpPr>
          <p:spPr>
            <a:xfrm>
              <a:off x="837922" y="6689180"/>
              <a:ext cx="1161154" cy="29670"/>
            </a:xfrm>
            <a:custGeom>
              <a:avLst/>
              <a:gdLst>
                <a:gd name="connsiteX0" fmla="*/ 0 w 1161154"/>
                <a:gd name="connsiteY0" fmla="*/ 0 h 29670"/>
                <a:gd name="connsiteX1" fmla="*/ 1161154 w 1161154"/>
                <a:gd name="connsiteY1" fmla="*/ 0 h 29670"/>
                <a:gd name="connsiteX2" fmla="*/ 1132285 w 1161154"/>
                <a:gd name="connsiteY2" fmla="*/ 28868 h 29670"/>
                <a:gd name="connsiteX3" fmla="*/ 28066 w 1161154"/>
                <a:gd name="connsiteY3" fmla="*/ 29670 h 29670"/>
                <a:gd name="connsiteX4" fmla="*/ 28868 w 1161154"/>
                <a:gd name="connsiteY4" fmla="*/ 28868 h 29670"/>
                <a:gd name="connsiteX5" fmla="*/ 0 w 1161154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1154" h="29670">
                  <a:moveTo>
                    <a:pt x="0" y="0"/>
                  </a:moveTo>
                  <a:lnTo>
                    <a:pt x="1161154" y="0"/>
                  </a:lnTo>
                  <a:lnTo>
                    <a:pt x="1132285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F9B61AC-B03D-4064-9DE6-9818F53F333C}"/>
                </a:ext>
              </a:extLst>
            </p:cNvPr>
            <p:cNvSpPr/>
            <p:nvPr userDrawn="1"/>
          </p:nvSpPr>
          <p:spPr>
            <a:xfrm>
              <a:off x="897263" y="6750124"/>
              <a:ext cx="1040868" cy="28869"/>
            </a:xfrm>
            <a:custGeom>
              <a:avLst/>
              <a:gdLst>
                <a:gd name="connsiteX0" fmla="*/ 0 w 1040868"/>
                <a:gd name="connsiteY0" fmla="*/ 0 h 28869"/>
                <a:gd name="connsiteX1" fmla="*/ 1040868 w 1040868"/>
                <a:gd name="connsiteY1" fmla="*/ 0 h 28869"/>
                <a:gd name="connsiteX2" fmla="*/ 1012000 w 1040868"/>
                <a:gd name="connsiteY2" fmla="*/ 28869 h 28869"/>
                <a:gd name="connsiteX3" fmla="*/ 28868 w 1040868"/>
                <a:gd name="connsiteY3" fmla="*/ 28869 h 28869"/>
                <a:gd name="connsiteX4" fmla="*/ 0 w 1040868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0868" h="28869">
                  <a:moveTo>
                    <a:pt x="0" y="0"/>
                  </a:moveTo>
                  <a:lnTo>
                    <a:pt x="1040868" y="0"/>
                  </a:lnTo>
                  <a:lnTo>
                    <a:pt x="1012000" y="28869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C104BA00-790F-438D-AC93-117E23CF2099}"/>
                </a:ext>
              </a:extLst>
            </p:cNvPr>
            <p:cNvSpPr/>
            <p:nvPr userDrawn="1"/>
          </p:nvSpPr>
          <p:spPr>
            <a:xfrm>
              <a:off x="958207" y="6811069"/>
              <a:ext cx="918980" cy="28869"/>
            </a:xfrm>
            <a:custGeom>
              <a:avLst/>
              <a:gdLst>
                <a:gd name="connsiteX0" fmla="*/ 0 w 918980"/>
                <a:gd name="connsiteY0" fmla="*/ 0 h 28869"/>
                <a:gd name="connsiteX1" fmla="*/ 918980 w 918980"/>
                <a:gd name="connsiteY1" fmla="*/ 0 h 28869"/>
                <a:gd name="connsiteX2" fmla="*/ 890112 w 918980"/>
                <a:gd name="connsiteY2" fmla="*/ 28868 h 28869"/>
                <a:gd name="connsiteX3" fmla="*/ 28869 w 918980"/>
                <a:gd name="connsiteY3" fmla="*/ 28869 h 28869"/>
                <a:gd name="connsiteX4" fmla="*/ 0 w 918980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8980" h="28869">
                  <a:moveTo>
                    <a:pt x="0" y="0"/>
                  </a:moveTo>
                  <a:lnTo>
                    <a:pt x="918980" y="0"/>
                  </a:lnTo>
                  <a:lnTo>
                    <a:pt x="890112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01" name="Freeform: Shape 100">
            <a:extLst>
              <a:ext uri="{FF2B5EF4-FFF2-40B4-BE49-F238E27FC236}">
                <a16:creationId xmlns:a16="http://schemas.microsoft.com/office/drawing/2014/main" id="{788A3CD7-1915-41CF-9FB5-E6FEDCA8F1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3659" y="5801762"/>
            <a:ext cx="1075475" cy="1058335"/>
          </a:xfrm>
          <a:custGeom>
            <a:avLst/>
            <a:gdLst>
              <a:gd name="connsiteX0" fmla="*/ 1062720 w 1062720"/>
              <a:gd name="connsiteY0" fmla="*/ 0 h 1062720"/>
              <a:gd name="connsiteX1" fmla="*/ 1062720 w 1062720"/>
              <a:gd name="connsiteY1" fmla="*/ 1062720 h 1062720"/>
              <a:gd name="connsiteX2" fmla="*/ 0 w 1062720"/>
              <a:gd name="connsiteY2" fmla="*/ 1062720 h 1062720"/>
              <a:gd name="connsiteX3" fmla="*/ 1062720 w 1062720"/>
              <a:gd name="connsiteY3" fmla="*/ 0 h 1062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62720" h="1062720">
                <a:moveTo>
                  <a:pt x="1062720" y="0"/>
                </a:moveTo>
                <a:lnTo>
                  <a:pt x="1062720" y="1062720"/>
                </a:lnTo>
                <a:lnTo>
                  <a:pt x="0" y="1062720"/>
                </a:lnTo>
                <a:lnTo>
                  <a:pt x="106272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3" name="Freeform: Shape 162">
            <a:extLst>
              <a:ext uri="{FF2B5EF4-FFF2-40B4-BE49-F238E27FC236}">
                <a16:creationId xmlns:a16="http://schemas.microsoft.com/office/drawing/2014/main" id="{FEE07693-1822-40D4-88A4-0F663C787D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5546" y="6829131"/>
            <a:ext cx="918980" cy="28869"/>
          </a:xfrm>
          <a:custGeom>
            <a:avLst/>
            <a:gdLst>
              <a:gd name="connsiteX0" fmla="*/ 0 w 918980"/>
              <a:gd name="connsiteY0" fmla="*/ 0 h 28869"/>
              <a:gd name="connsiteX1" fmla="*/ 918980 w 918980"/>
              <a:gd name="connsiteY1" fmla="*/ 0 h 28869"/>
              <a:gd name="connsiteX2" fmla="*/ 890112 w 918980"/>
              <a:gd name="connsiteY2" fmla="*/ 28868 h 28869"/>
              <a:gd name="connsiteX3" fmla="*/ 28869 w 918980"/>
              <a:gd name="connsiteY3" fmla="*/ 28869 h 28869"/>
              <a:gd name="connsiteX4" fmla="*/ 0 w 918980"/>
              <a:gd name="connsiteY4" fmla="*/ 0 h 28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8980" h="28869">
                <a:moveTo>
                  <a:pt x="0" y="0"/>
                </a:moveTo>
                <a:lnTo>
                  <a:pt x="918980" y="0"/>
                </a:lnTo>
                <a:lnTo>
                  <a:pt x="890112" y="28868"/>
                </a:lnTo>
                <a:lnTo>
                  <a:pt x="28869" y="2886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8142DAF-BE54-C239-5685-89D55E027E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20440" y="896111"/>
            <a:ext cx="7889768" cy="2039341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A2EBD71-EB16-773C-A6CB-C6E1259AE70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3520440" y="3259056"/>
            <a:ext cx="2994660" cy="3006531"/>
          </a:xfrm>
        </p:spPr>
        <p:txBody>
          <a:bodyPr>
            <a:normAutofit/>
          </a:bodyPr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800"/>
            </a:lvl1pPr>
            <a:lvl2pPr>
              <a:lnSpc>
                <a:spcPts val="2000"/>
              </a:lnSpc>
              <a:defRPr sz="1800"/>
            </a:lvl2pPr>
            <a:lvl3pPr>
              <a:lnSpc>
                <a:spcPts val="2000"/>
              </a:lnSpc>
              <a:defRPr sz="1800"/>
            </a:lvl3pPr>
            <a:lvl4pPr>
              <a:lnSpc>
                <a:spcPts val="2000"/>
              </a:lnSpc>
              <a:defRPr sz="1800"/>
            </a:lvl4pPr>
            <a:lvl5pPr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6944BE1-9937-7EA2-AA56-336B8D5CAAD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826432" y="3253740"/>
            <a:ext cx="4580088" cy="3006531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9" name="Date Placeholder 3">
            <a:extLst>
              <a:ext uri="{FF2B5EF4-FFF2-40B4-BE49-F238E27FC236}">
                <a16:creationId xmlns:a16="http://schemas.microsoft.com/office/drawing/2014/main" id="{5A56B3AA-5CA2-4004-8F95-11FD7B895D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2372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210" name="Footer Placeholder 4">
            <a:extLst>
              <a:ext uri="{FF2B5EF4-FFF2-40B4-BE49-F238E27FC236}">
                <a16:creationId xmlns:a16="http://schemas.microsoft.com/office/drawing/2014/main" id="{07D92F37-472D-4CCB-AA97-FA42E5607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42161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211" name="Slide Number Placeholder 5">
            <a:extLst>
              <a:ext uri="{FF2B5EF4-FFF2-40B4-BE49-F238E27FC236}">
                <a16:creationId xmlns:a16="http://schemas.microsoft.com/office/drawing/2014/main" id="{C0E89FFF-230F-4CBA-A6BC-D887B3FFA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49320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15145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896112"/>
            <a:ext cx="10668000" cy="1325563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AB92D86A-5036-415A-B056-A55CB2E0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0FC509-0D49-9500-59C9-DAE0A699FB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2000" y="2417197"/>
            <a:ext cx="4278313" cy="3737541"/>
          </a:xfrm>
        </p:spPr>
        <p:txBody>
          <a:bodyPr vert="horz" lIns="91440" tIns="45720" rIns="91440" bIns="45720"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en-US" sz="1800" smtClean="0"/>
            </a:lvl1pPr>
            <a:lvl2pPr>
              <a:spcBef>
                <a:spcPts val="0"/>
              </a:spcBef>
              <a:spcAft>
                <a:spcPts val="1200"/>
              </a:spcAft>
              <a:defRPr lang="en-US" sz="1800" smtClean="0"/>
            </a:lvl2pPr>
            <a:lvl3pPr>
              <a:spcBef>
                <a:spcPts val="0"/>
              </a:spcBef>
              <a:spcAft>
                <a:spcPts val="1200"/>
              </a:spcAft>
              <a:defRPr lang="en-US" sz="1800" smtClean="0"/>
            </a:lvl3pPr>
            <a:lvl4pPr>
              <a:spcBef>
                <a:spcPts val="0"/>
              </a:spcBef>
              <a:spcAft>
                <a:spcPts val="1200"/>
              </a:spcAft>
              <a:defRPr lang="en-US" sz="1800" smtClean="0"/>
            </a:lvl4pPr>
            <a:lvl5pPr>
              <a:spcBef>
                <a:spcPts val="0"/>
              </a:spcBef>
              <a:spcAft>
                <a:spcPts val="1200"/>
              </a:spcAft>
              <a:defRPr lang="en-US" sz="1800"/>
            </a:lvl5pPr>
          </a:lstStyle>
          <a:p>
            <a:pPr lvl="0"/>
            <a:r>
              <a:rPr lang="en-US" dirty="0"/>
              <a:t>Click to add text </a:t>
            </a:r>
          </a:p>
          <a:p>
            <a:pPr marL="685800" lvl="1" indent="-228600"/>
            <a:r>
              <a:rPr lang="en-US" dirty="0"/>
              <a:t>Second level</a:t>
            </a:r>
          </a:p>
          <a:p>
            <a:pPr marL="1143000" lvl="2" indent="-228600"/>
            <a:r>
              <a:rPr lang="en-US" dirty="0"/>
              <a:t>Third level</a:t>
            </a:r>
          </a:p>
          <a:p>
            <a:pPr marL="1600200" lvl="3" indent="-228600"/>
            <a:r>
              <a:rPr lang="en-US" dirty="0"/>
              <a:t>Fourth level</a:t>
            </a:r>
          </a:p>
          <a:p>
            <a:pPr marL="2057400" lvl="4" indent="-228600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7113F543-A373-5951-EBF3-7E283EE52F0B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5241471" y="2417763"/>
            <a:ext cx="6188529" cy="373697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icon to insert table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D4C80AE-01F3-AAB6-99EF-DB1B5934CF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44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0241B24-8629-6BC2-C72F-A156F0624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449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7FBBF9-1C14-3371-F0AC-507FFCAB3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189065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2574" y="896111"/>
            <a:ext cx="9866540" cy="1358140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9F1898E-3E74-4E43-A202-1A664022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014984" cy="6858000"/>
            <a:chOff x="0" y="0"/>
            <a:chExt cx="1014984" cy="6858000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814776F7-F8A5-4235-8C8D-17F0E4F45B03}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F301899-34C1-47B4-B5CD-F77BA341C0F9}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A66E9363-03B7-439D-8B5E-0665E48F046E}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0432F5F5-1688-44BD-B071-A62C04824FB8}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689FF8F5-F7B8-46B0-BB03-FE972A6832E7}"/>
                </a:ext>
              </a:extLst>
            </p:cNvPr>
            <p:cNvSpPr/>
            <p:nvPr userDrawn="1"/>
          </p:nvSpPr>
          <p:spPr>
            <a:xfrm rot="10800000">
              <a:off x="100582" y="2936725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48" name="Graphic 47">
              <a:extLst>
                <a:ext uri="{FF2B5EF4-FFF2-40B4-BE49-F238E27FC236}">
                  <a16:creationId xmlns:a16="http://schemas.microsoft.com/office/drawing/2014/main" id="{31EB8EE7-3843-4CA8-879D-5D985DAA0D1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-457200" y="5416459"/>
              <a:ext cx="1828800" cy="914400"/>
            </a:xfrm>
            <a:prstGeom prst="rect">
              <a:avLst/>
            </a:prstGeom>
          </p:spPr>
        </p:pic>
        <p:pic>
          <p:nvPicPr>
            <p:cNvPr id="50" name="Graphic 49">
              <a:extLst>
                <a:ext uri="{FF2B5EF4-FFF2-40B4-BE49-F238E27FC236}">
                  <a16:creationId xmlns:a16="http://schemas.microsoft.com/office/drawing/2014/main" id="{5FF0EEFD-0038-4A2F-AD3B-01A98EFF5CF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-457200" y="563329"/>
              <a:ext cx="1828800" cy="914400"/>
            </a:xfrm>
            <a:prstGeom prst="rect">
              <a:avLst/>
            </a:prstGeom>
          </p:spPr>
        </p:pic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50232-76AA-C9E3-F846-8DB1B44E5AF3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552575" y="2481940"/>
            <a:ext cx="6477952" cy="363583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572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2pPr>
            <a:lvl3pPr marL="9144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3pPr>
            <a:lvl4pPr marL="13716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4pPr>
            <a:lvl5pPr marL="18288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7A04978-5D2C-BBF1-9C05-C527176190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72723" y="2481940"/>
            <a:ext cx="3046391" cy="3759200"/>
          </a:xfrm>
        </p:spPr>
        <p:txBody>
          <a:bodyPr>
            <a:normAutofit/>
          </a:bodyPr>
          <a:lstStyle>
            <a:lvl1pPr marL="342900" indent="-342900">
              <a:spcAft>
                <a:spcPts val="600"/>
              </a:spcAft>
              <a:buFont typeface="+mj-lt"/>
              <a:buAutoNum type="arabicPeriod"/>
              <a:defRPr sz="1800">
                <a:solidFill>
                  <a:schemeClr val="bg1"/>
                </a:solidFill>
              </a:defRPr>
            </a:lvl1pPr>
            <a:lvl2pPr marL="800100" indent="-342900">
              <a:spcAft>
                <a:spcPts val="600"/>
              </a:spcAft>
              <a:buFont typeface="+mj-lt"/>
              <a:buAutoNum type="alphaLcPeriod"/>
              <a:defRPr sz="1800">
                <a:solidFill>
                  <a:schemeClr val="bg1"/>
                </a:solidFill>
              </a:defRPr>
            </a:lvl2pPr>
            <a:lvl3pPr marL="1257300" indent="-342900">
              <a:spcAft>
                <a:spcPts val="600"/>
              </a:spcAft>
              <a:buFont typeface="+mj-lt"/>
              <a:buAutoNum type="arabicParenR"/>
              <a:defRPr sz="1800">
                <a:solidFill>
                  <a:schemeClr val="bg1"/>
                </a:solidFill>
              </a:defRPr>
            </a:lvl3pPr>
            <a:lvl4pPr marL="1714500" indent="-342900">
              <a:spcAft>
                <a:spcPts val="600"/>
              </a:spcAft>
              <a:buFont typeface="+mj-lt"/>
              <a:buAutoNum type="alphaLcParenR"/>
              <a:defRPr sz="1800">
                <a:solidFill>
                  <a:schemeClr val="bg1"/>
                </a:solidFill>
              </a:defRPr>
            </a:lvl4pPr>
            <a:lvl5pPr marL="2171700" indent="-342900">
              <a:spcAft>
                <a:spcPts val="600"/>
              </a:spcAft>
              <a:buFont typeface="+mj-lt"/>
              <a:buAutoNum type="romanLcPeriod"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3" name="Date Placeholder 3">
            <a:extLst>
              <a:ext uri="{FF2B5EF4-FFF2-40B4-BE49-F238E27FC236}">
                <a16:creationId xmlns:a16="http://schemas.microsoft.com/office/drawing/2014/main" id="{41C57AEB-9E33-4F77-9F58-DB0D1B9787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54480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64" name="Footer Placeholder 4">
            <a:extLst>
              <a:ext uri="{FF2B5EF4-FFF2-40B4-BE49-F238E27FC236}">
                <a16:creationId xmlns:a16="http://schemas.microsoft.com/office/drawing/2014/main" id="{182F895D-C48A-41AA-9DE6-43A17B7E0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4452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5" name="Slide Number Placeholder 5">
            <a:extLst>
              <a:ext uri="{FF2B5EF4-FFF2-40B4-BE49-F238E27FC236}">
                <a16:creationId xmlns:a16="http://schemas.microsoft.com/office/drawing/2014/main" id="{4C15BF58-30D9-4A0E-8506-1CD777B0F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3688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4155" y="896112"/>
            <a:ext cx="10665845" cy="1325563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E06194BC-6453-CA18-2623-B07F3A5D4E92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762000" y="2417763"/>
            <a:ext cx="10665845" cy="3678235"/>
          </a:xfrm>
        </p:spPr>
        <p:txBody>
          <a:bodyPr/>
          <a:lstStyle>
            <a:lvl1pPr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icon to insert table</a:t>
            </a:r>
          </a:p>
          <a:p>
            <a:endParaRPr lang="en-US" dirty="0"/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AB92D86A-5036-415A-B056-A55CB2E0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3A465A0-88AA-B50B-92D8-3A54928329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44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195F626-7C08-9907-6A85-922BE6AA0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449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AD34A-4F3F-C89B-BBBC-E7740F414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7480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54005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72" r:id="rId1"/>
    <p:sldLayoutId id="2147484173" r:id="rId2"/>
    <p:sldLayoutId id="2147484174" r:id="rId3"/>
    <p:sldLayoutId id="2147484175" r:id="rId4"/>
    <p:sldLayoutId id="2147484176" r:id="rId5"/>
    <p:sldLayoutId id="2147484177" r:id="rId6"/>
    <p:sldLayoutId id="2147484178" r:id="rId7"/>
    <p:sldLayoutId id="2147484179" r:id="rId8"/>
    <p:sldLayoutId id="2147484180" r:id="rId9"/>
    <p:sldLayoutId id="2147484181" r:id="rId10"/>
    <p:sldLayoutId id="2147484182" r:id="rId11"/>
    <p:sldLayoutId id="2147484183" r:id="rId12"/>
    <p:sldLayoutId id="2147484184" r:id="rId13"/>
    <p:sldLayoutId id="2147483700" r:id="rId14"/>
    <p:sldLayoutId id="2147483666" r:id="rId15"/>
    <p:sldLayoutId id="2147483704" r:id="rId16"/>
    <p:sldLayoutId id="2147483702" r:id="rId17"/>
    <p:sldLayoutId id="2147483678" r:id="rId18"/>
    <p:sldLayoutId id="2147483681" r:id="rId19"/>
    <p:sldLayoutId id="2147483691" r:id="rId20"/>
    <p:sldLayoutId id="2147483699" r:id="rId21"/>
    <p:sldLayoutId id="2147483685" r:id="rId22"/>
    <p:sldLayoutId id="2147483676" r:id="rId2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4.jpg"/><Relationship Id="rId4" Type="http://schemas.openxmlformats.org/officeDocument/2006/relationships/image" Target="../media/image3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7.png"/><Relationship Id="rId4" Type="http://schemas.openxmlformats.org/officeDocument/2006/relationships/image" Target="../media/image3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10" Type="http://schemas.openxmlformats.org/officeDocument/2006/relationships/image" Target="../media/image55.png"/><Relationship Id="rId4" Type="http://schemas.openxmlformats.org/officeDocument/2006/relationships/image" Target="../media/image49.png"/><Relationship Id="rId9" Type="http://schemas.openxmlformats.org/officeDocument/2006/relationships/image" Target="../media/image5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5127" y="1165225"/>
            <a:ext cx="7211291" cy="226377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Active tensegrity-based foundation for moonquake rejection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7F9589-4AE2-B9A6-1271-60584E39D420}"/>
              </a:ext>
            </a:extLst>
          </p:cNvPr>
          <p:cNvSpPr txBox="1"/>
          <p:nvPr/>
        </p:nvSpPr>
        <p:spPr>
          <a:xfrm>
            <a:off x="4740337" y="3429000"/>
            <a:ext cx="6594768" cy="1317765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/>
          <a:p>
            <a:pPr>
              <a:lnSpc>
                <a:spcPct val="140000"/>
              </a:lnSpc>
              <a:spcAft>
                <a:spcPts val="1200"/>
              </a:spcAft>
            </a:pPr>
            <a:r>
              <a:rPr lang="en-US" sz="2400" kern="1200">
                <a:solidFill>
                  <a:schemeClr val="tx2"/>
                </a:solidFill>
                <a:latin typeface="+mn-lt"/>
                <a:ea typeface="+mn-ea"/>
                <a:cs typeface="+mn-cs"/>
              </a:rPr>
              <a:t>Piero Risi Mortola</a:t>
            </a:r>
          </a:p>
          <a:p>
            <a:pPr>
              <a:lnSpc>
                <a:spcPct val="140000"/>
              </a:lnSpc>
              <a:spcAft>
                <a:spcPts val="1200"/>
              </a:spcAft>
            </a:pPr>
            <a:r>
              <a:rPr lang="en-US" sz="2400" kern="1200">
                <a:solidFill>
                  <a:schemeClr val="tx2"/>
                </a:solidFill>
                <a:latin typeface="+mn-lt"/>
                <a:ea typeface="+mn-ea"/>
                <a:cs typeface="+mn-cs"/>
              </a:rPr>
              <a:t>MECE 6388 Optimal Control Theory</a:t>
            </a:r>
          </a:p>
          <a:p>
            <a:pPr>
              <a:lnSpc>
                <a:spcPct val="140000"/>
              </a:lnSpc>
              <a:spcAft>
                <a:spcPts val="1200"/>
              </a:spcAft>
            </a:pPr>
            <a:r>
              <a:rPr lang="en-US" sz="2400" kern="1200">
                <a:solidFill>
                  <a:schemeClr val="tx2"/>
                </a:solidFill>
                <a:latin typeface="+mn-lt"/>
                <a:ea typeface="+mn-ea"/>
                <a:cs typeface="+mn-cs"/>
              </a:rPr>
              <a:t>University of Houston </a:t>
            </a:r>
            <a:endParaRPr lang="en-US" sz="2400" kern="120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DE0860C-24F7-BE91-57A9-B91A189446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6227" y="3730841"/>
            <a:ext cx="6975764" cy="3923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A9515-1637-3F86-AB5F-F9CD63E23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FC54DA1-37A6-60E1-33E5-D36945B17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</p:txBody>
      </p:sp>
      <p:pic>
        <p:nvPicPr>
          <p:cNvPr id="23" name="Picture Placeholder 22" descr="A full moon in the sky&#10;&#10;AI-generated content may be incorrect.">
            <a:extLst>
              <a:ext uri="{FF2B5EF4-FFF2-40B4-BE49-F238E27FC236}">
                <a16:creationId xmlns:a16="http://schemas.microsoft.com/office/drawing/2014/main" id="{857BA830-CC7D-7B75-69AE-8258C425DA3E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/>
          <a:srcRect l="30114" r="30114"/>
          <a:stretch>
            <a:fillRect/>
          </a:stretch>
        </p:blipFill>
        <p:spPr>
          <a:xfrm>
            <a:off x="1011337" y="0"/>
            <a:ext cx="2029967" cy="4859756"/>
          </a:xfr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882F07-6FA2-E324-1299-7C0F03C8FADE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3463480" y="1939925"/>
            <a:ext cx="7615274" cy="2978150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Increased global interest on lunar exploration and permanent lunar base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Minimize weight of lunar structure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Moon-quakes can be long lasting, often for hours, though much weaker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2ABC99-5E02-B8A8-2ACD-967F071C9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3" name="Picture 2" descr="A logo with a letter a and a sphere&#10;&#10;AI-generated content may be incorrect.">
            <a:extLst>
              <a:ext uri="{FF2B5EF4-FFF2-40B4-BE49-F238E27FC236}">
                <a16:creationId xmlns:a16="http://schemas.microsoft.com/office/drawing/2014/main" id="{5443AA45-CB05-E8FE-A06F-5977EA7541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7877" y="3886429"/>
            <a:ext cx="1783126" cy="1647906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A62B37B-F63E-9E04-0272-C9308B64F42D}"/>
              </a:ext>
            </a:extLst>
          </p:cNvPr>
          <p:cNvGrpSpPr/>
          <p:nvPr/>
        </p:nvGrpSpPr>
        <p:grpSpPr>
          <a:xfrm>
            <a:off x="6600999" y="3429000"/>
            <a:ext cx="4644902" cy="3292475"/>
            <a:chOff x="6509533" y="3641589"/>
            <a:chExt cx="3973524" cy="2816578"/>
          </a:xfrm>
        </p:grpSpPr>
        <p:pic>
          <p:nvPicPr>
            <p:cNvPr id="9" name="Picture 8" descr="A few sound waves showing different types of weather&#10;&#10;AI-generated content may be incorrect.">
              <a:extLst>
                <a:ext uri="{FF2B5EF4-FFF2-40B4-BE49-F238E27FC236}">
                  <a16:creationId xmlns:a16="http://schemas.microsoft.com/office/drawing/2014/main" id="{41741DFF-C2BE-BB4A-039F-6F49DE0464A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509533" y="3641589"/>
              <a:ext cx="3973524" cy="250469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F448688-B342-4E40-374C-00288A7FDFDA}"/>
                </a:ext>
              </a:extLst>
            </p:cNvPr>
            <p:cNvSpPr txBox="1"/>
            <p:nvPr/>
          </p:nvSpPr>
          <p:spPr>
            <a:xfrm>
              <a:off x="6509533" y="6196557"/>
              <a:ext cx="277556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Ceri Nunn </a:t>
              </a:r>
              <a:r>
                <a:rPr lang="en-US" sz="1100" i="1" dirty="0"/>
                <a:t>et al</a:t>
              </a:r>
              <a:r>
                <a:rPr lang="en-US" sz="1100" dirty="0"/>
                <a:t> 2022 </a:t>
              </a:r>
              <a:r>
                <a:rPr lang="en-US" sz="1100" i="1" dirty="0"/>
                <a:t>Planet. Sci. J.</a:t>
              </a:r>
              <a:r>
                <a:rPr lang="en-US" sz="1100" dirty="0"/>
                <a:t> 3 219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211315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AD2AE59-5630-4D5C-83A9-4CDEF4D7D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736" y="896112"/>
            <a:ext cx="9389288" cy="792839"/>
          </a:xfrm>
        </p:spPr>
        <p:txBody>
          <a:bodyPr/>
          <a:lstStyle/>
          <a:p>
            <a:r>
              <a:rPr lang="en-US" dirty="0"/>
              <a:t>Tensegrity structures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61B51-19E8-1412-3155-39DDEACA1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6B31B0-7B84-475D-961F-09C0191F91A2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71735" y="1750938"/>
            <a:ext cx="9136193" cy="3505200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Structures comprised of bars and strings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Design minimizes mass for a given loading condition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Actuators can control string length and string tension</a:t>
            </a:r>
          </a:p>
          <a:p>
            <a:pPr marL="742950" lvl="1" indent="-285750"/>
            <a:r>
              <a:rPr lang="en-US" dirty="0"/>
              <a:t>Can actively change </a:t>
            </a:r>
            <a:r>
              <a:rPr lang="en-US" b="1" dirty="0"/>
              <a:t>structure</a:t>
            </a:r>
            <a:r>
              <a:rPr lang="en-US" dirty="0"/>
              <a:t> </a:t>
            </a:r>
            <a:r>
              <a:rPr lang="en-US" b="1" dirty="0"/>
              <a:t>stiffness</a:t>
            </a:r>
            <a:r>
              <a:rPr lang="en-US" dirty="0"/>
              <a:t> or change the structure shape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</a:p>
          <a:p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D8EEF6C-D4BC-B258-7B8D-3A4FDDBFECEF}"/>
              </a:ext>
            </a:extLst>
          </p:cNvPr>
          <p:cNvGrpSpPr/>
          <p:nvPr/>
        </p:nvGrpSpPr>
        <p:grpSpPr>
          <a:xfrm>
            <a:off x="909532" y="3550561"/>
            <a:ext cx="4210156" cy="3004345"/>
            <a:chOff x="6724245" y="1554839"/>
            <a:chExt cx="4210156" cy="3004345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FCC179E7-ABAB-7672-2901-35FAC921C78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24245" y="1554839"/>
              <a:ext cx="4210156" cy="2633299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71DB59C-8F99-D3BB-2F37-474B8EEFE4DC}"/>
                </a:ext>
              </a:extLst>
            </p:cNvPr>
            <p:cNvSpPr txBox="1"/>
            <p:nvPr/>
          </p:nvSpPr>
          <p:spPr>
            <a:xfrm>
              <a:off x="8225984" y="4282185"/>
              <a:ext cx="12066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Tensegrity prism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FD8E678-D604-1533-FCB5-FF681FC9D176}"/>
              </a:ext>
            </a:extLst>
          </p:cNvPr>
          <p:cNvGrpSpPr/>
          <p:nvPr/>
        </p:nvGrpSpPr>
        <p:grpSpPr>
          <a:xfrm>
            <a:off x="6374413" y="3550561"/>
            <a:ext cx="4196080" cy="3188198"/>
            <a:chOff x="6374413" y="3550561"/>
            <a:chExt cx="4196080" cy="3188198"/>
          </a:xfrm>
        </p:grpSpPr>
        <p:pic>
          <p:nvPicPr>
            <p:cNvPr id="10" name="Picture 9" descr="A large ship made of metal on a beach&#10;&#10;AI-generated content may be incorrect.">
              <a:extLst>
                <a:ext uri="{FF2B5EF4-FFF2-40B4-BE49-F238E27FC236}">
                  <a16:creationId xmlns:a16="http://schemas.microsoft.com/office/drawing/2014/main" id="{A5C1C9A3-3158-BA9B-0331-3DB4ABA73A1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374413" y="3550561"/>
              <a:ext cx="4196080" cy="2798753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B83F842-D5C1-641E-2089-70A8D9E1527F}"/>
                </a:ext>
              </a:extLst>
            </p:cNvPr>
            <p:cNvSpPr txBox="1"/>
            <p:nvPr/>
          </p:nvSpPr>
          <p:spPr>
            <a:xfrm>
              <a:off x="7676684" y="6461760"/>
              <a:ext cx="159153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Theo Jansen Sculpture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BCABD47-C61D-A383-ABAF-B5E1230B5217}"/>
              </a:ext>
            </a:extLst>
          </p:cNvPr>
          <p:cNvGrpSpPr/>
          <p:nvPr/>
        </p:nvGrpSpPr>
        <p:grpSpPr>
          <a:xfrm>
            <a:off x="7912100" y="800931"/>
            <a:ext cx="2402793" cy="1878861"/>
            <a:chOff x="7912100" y="800931"/>
            <a:chExt cx="2402793" cy="1878861"/>
          </a:xfrm>
        </p:grpSpPr>
        <p:pic>
          <p:nvPicPr>
            <p:cNvPr id="9" name="Picture 8" descr="A wooden table with wires&#10;&#10;AI-generated content may be incorrect.">
              <a:extLst>
                <a:ext uri="{FF2B5EF4-FFF2-40B4-BE49-F238E27FC236}">
                  <a16:creationId xmlns:a16="http://schemas.microsoft.com/office/drawing/2014/main" id="{8B8A50D2-707F-CEBE-D575-2FA714B2B5B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912100" y="800931"/>
              <a:ext cx="2402793" cy="1601862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2B30FEB-0757-D4B5-99B4-2AB2749B711B}"/>
                </a:ext>
              </a:extLst>
            </p:cNvPr>
            <p:cNvSpPr txBox="1"/>
            <p:nvPr/>
          </p:nvSpPr>
          <p:spPr>
            <a:xfrm>
              <a:off x="8506638" y="2402793"/>
              <a:ext cx="121371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Tensegrity table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516945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13B85A-3FBF-E882-316E-DA78E3F75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1E3D23A-6989-AE41-522D-26A04EAAC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736" y="896112"/>
            <a:ext cx="9389288" cy="779626"/>
          </a:xfrm>
        </p:spPr>
        <p:txBody>
          <a:bodyPr>
            <a:normAutofit/>
          </a:bodyPr>
          <a:lstStyle/>
          <a:p>
            <a:r>
              <a:rPr lang="en-US" dirty="0"/>
              <a:t>Structure concept - unit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C38A0D-346F-3808-1AB8-84CA45CC9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105E0B-0210-EA55-44D1-137FAFA34079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71736" y="1954193"/>
            <a:ext cx="4460021" cy="264592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Hexagonal unit</a:t>
            </a:r>
          </a:p>
          <a:p>
            <a:pPr marL="742950" lvl="1" indent="-285750"/>
            <a:r>
              <a:rPr lang="en-US" dirty="0"/>
              <a:t>Hexagonal shape allows for tessellation and has high stability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Cables in red</a:t>
            </a:r>
          </a:p>
          <a:p>
            <a:pPr marL="742950" lvl="1" indent="-285750"/>
            <a:r>
              <a:rPr lang="en-US" dirty="0"/>
              <a:t>Cables will only carry tension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Bars in black</a:t>
            </a:r>
          </a:p>
          <a:p>
            <a:pPr marL="742950" lvl="1" indent="-285750"/>
            <a:r>
              <a:rPr lang="en-US" dirty="0"/>
              <a:t>Bars can carry both tension and compression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09DA27-EA46-8E88-16BB-CA439089046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043" t="5106" r="7213" b="1"/>
          <a:stretch>
            <a:fillRect/>
          </a:stretch>
        </p:blipFill>
        <p:spPr>
          <a:xfrm>
            <a:off x="5466380" y="1571566"/>
            <a:ext cx="5457217" cy="468061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C002063-8AF2-FE2B-E2EC-E7E4A6D5963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142" t="5333" b="-1087"/>
          <a:stretch>
            <a:fillRect/>
          </a:stretch>
        </p:blipFill>
        <p:spPr>
          <a:xfrm>
            <a:off x="697639" y="4709842"/>
            <a:ext cx="1621129" cy="179190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2BEE806-E3A3-2778-B094-8E24777090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5776" y="4600116"/>
            <a:ext cx="1836335" cy="1901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3017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50813E-777A-C90A-272D-A85129101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E347045-4D4D-D2C6-C045-05126903F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736" y="896112"/>
            <a:ext cx="9389288" cy="779626"/>
          </a:xfrm>
        </p:spPr>
        <p:txBody>
          <a:bodyPr>
            <a:normAutofit/>
          </a:bodyPr>
          <a:lstStyle/>
          <a:p>
            <a:r>
              <a:rPr lang="en-US" dirty="0"/>
              <a:t>Full structure concept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ABB526-FFDE-9DD9-46B6-62E393DB2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BD5178-49DD-4E64-91C9-03EE57BED385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71737" y="1954193"/>
            <a:ext cx="3979168" cy="3505200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Units tessellated to create a foundation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Top nodes will carry the weight of the habitat/structure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Bottom nodes fixed to the ground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</a:p>
          <a:p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0DA2B67-7043-619E-A8ED-18A5998413D9}"/>
              </a:ext>
            </a:extLst>
          </p:cNvPr>
          <p:cNvGrpSpPr/>
          <p:nvPr/>
        </p:nvGrpSpPr>
        <p:grpSpPr>
          <a:xfrm>
            <a:off x="4750905" y="1675738"/>
            <a:ext cx="6372390" cy="4756326"/>
            <a:chOff x="4750905" y="1572460"/>
            <a:chExt cx="6372390" cy="4756326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0ABA4122-E691-6CAB-EDD6-3C207A2AECDE}"/>
                </a:ext>
              </a:extLst>
            </p:cNvPr>
            <p:cNvGrpSpPr/>
            <p:nvPr/>
          </p:nvGrpSpPr>
          <p:grpSpPr>
            <a:xfrm>
              <a:off x="4750905" y="1572460"/>
              <a:ext cx="6372390" cy="4457203"/>
              <a:chOff x="4750905" y="1954193"/>
              <a:chExt cx="6372390" cy="4457203"/>
            </a:xfrm>
          </p:grpSpPr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61CEA117-D229-6E54-5E19-54A89642F286}"/>
                  </a:ext>
                </a:extLst>
              </p:cNvPr>
              <p:cNvGrpSpPr/>
              <p:nvPr/>
            </p:nvGrpSpPr>
            <p:grpSpPr>
              <a:xfrm>
                <a:off x="4864267" y="1954193"/>
                <a:ext cx="6259028" cy="4457203"/>
                <a:chOff x="5466380" y="1899147"/>
                <a:chExt cx="6259028" cy="4457203"/>
              </a:xfrm>
            </p:grpSpPr>
            <p:pic>
              <p:nvPicPr>
                <p:cNvPr id="3" name="Picture 2">
                  <a:extLst>
                    <a:ext uri="{FF2B5EF4-FFF2-40B4-BE49-F238E27FC236}">
                      <a16:creationId xmlns:a16="http://schemas.microsoft.com/office/drawing/2014/main" id="{37D026BE-63B5-0285-BCCE-E4F741707A7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466380" y="1899147"/>
                  <a:ext cx="1996955" cy="4457203"/>
                </a:xfrm>
                <a:prstGeom prst="rect">
                  <a:avLst/>
                </a:prstGeom>
              </p:spPr>
            </p:pic>
            <p:pic>
              <p:nvPicPr>
                <p:cNvPr id="8" name="Picture 7">
                  <a:extLst>
                    <a:ext uri="{FF2B5EF4-FFF2-40B4-BE49-F238E27FC236}">
                      <a16:creationId xmlns:a16="http://schemas.microsoft.com/office/drawing/2014/main" id="{A37DA0C3-307D-14F4-7971-29DFC43AEFE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463335" y="1899147"/>
                  <a:ext cx="4262073" cy="4457203"/>
                </a:xfrm>
                <a:prstGeom prst="rect">
                  <a:avLst/>
                </a:prstGeom>
              </p:spPr>
            </p:pic>
          </p:grpSp>
          <p:sp>
            <p:nvSpPr>
              <p:cNvPr id="10" name="Arrow: Down 9">
                <a:extLst>
                  <a:ext uri="{FF2B5EF4-FFF2-40B4-BE49-F238E27FC236}">
                    <a16:creationId xmlns:a16="http://schemas.microsoft.com/office/drawing/2014/main" id="{14735769-72F9-399D-F771-E1341119A487}"/>
                  </a:ext>
                </a:extLst>
              </p:cNvPr>
              <p:cNvSpPr/>
              <p:nvPr/>
            </p:nvSpPr>
            <p:spPr>
              <a:xfrm rot="10800000">
                <a:off x="4750905" y="4412974"/>
                <a:ext cx="558138" cy="1252330"/>
              </a:xfrm>
              <a:prstGeom prst="down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" name="Arrow: Down 10">
                <a:extLst>
                  <a:ext uri="{FF2B5EF4-FFF2-40B4-BE49-F238E27FC236}">
                    <a16:creationId xmlns:a16="http://schemas.microsoft.com/office/drawing/2014/main" id="{99D6C22D-26BF-E749-2A61-54751CFD37E0}"/>
                  </a:ext>
                </a:extLst>
              </p:cNvPr>
              <p:cNvSpPr/>
              <p:nvPr/>
            </p:nvSpPr>
            <p:spPr>
              <a:xfrm rot="18533425">
                <a:off x="7956423" y="2344645"/>
                <a:ext cx="338957" cy="839661"/>
              </a:xfrm>
              <a:prstGeom prst="down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" name="Arrow: Down 11">
                <a:extLst>
                  <a:ext uri="{FF2B5EF4-FFF2-40B4-BE49-F238E27FC236}">
                    <a16:creationId xmlns:a16="http://schemas.microsoft.com/office/drawing/2014/main" id="{E80DDB01-FB06-EBD6-095F-EAE87306D13C}"/>
                  </a:ext>
                </a:extLst>
              </p:cNvPr>
              <p:cNvSpPr/>
              <p:nvPr/>
            </p:nvSpPr>
            <p:spPr>
              <a:xfrm rot="14185590">
                <a:off x="8833117" y="2366768"/>
                <a:ext cx="338957" cy="839661"/>
              </a:xfrm>
              <a:prstGeom prst="down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" name="Arrow: Down 13">
                <a:extLst>
                  <a:ext uri="{FF2B5EF4-FFF2-40B4-BE49-F238E27FC236}">
                    <a16:creationId xmlns:a16="http://schemas.microsoft.com/office/drawing/2014/main" id="{B199F894-759B-B3D7-08BE-BC28F56CA712}"/>
                  </a:ext>
                </a:extLst>
              </p:cNvPr>
              <p:cNvSpPr/>
              <p:nvPr/>
            </p:nvSpPr>
            <p:spPr>
              <a:xfrm rot="18533425">
                <a:off x="9709812" y="2366767"/>
                <a:ext cx="338957" cy="839661"/>
              </a:xfrm>
              <a:prstGeom prst="down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6338D99-1588-E2DD-7A80-D7C95DDFA6DE}"/>
                </a:ext>
              </a:extLst>
            </p:cNvPr>
            <p:cNvSpPr txBox="1"/>
            <p:nvPr/>
          </p:nvSpPr>
          <p:spPr>
            <a:xfrm>
              <a:off x="6579249" y="6051787"/>
              <a:ext cx="271570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Tessellated structure, 4 by 4 tessellation</a:t>
              </a:r>
            </a:p>
          </p:txBody>
        </p:sp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A63874E1-4D67-F35A-0ABD-98DACF239F4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101" r="8096"/>
          <a:stretch>
            <a:fillRect/>
          </a:stretch>
        </p:blipFill>
        <p:spPr>
          <a:xfrm>
            <a:off x="715055" y="3854584"/>
            <a:ext cx="3979168" cy="2438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848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2696D-8D4D-BE35-8EEC-E19250EFD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0A09C-B078-599A-8627-966894EA7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736" y="896112"/>
            <a:ext cx="9389288" cy="782217"/>
          </a:xfrm>
        </p:spPr>
        <p:txBody>
          <a:bodyPr/>
          <a:lstStyle/>
          <a:p>
            <a:r>
              <a:rPr lang="en-US" dirty="0"/>
              <a:t>Modeling - Assumptions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CDF2117-2AFB-F034-62F9-86D7A8E49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AA606FD-D4E9-C710-B7F6-7620351DE8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7785" y="1930400"/>
            <a:ext cx="3305636" cy="3734321"/>
          </a:xfrm>
          <a:prstGeom prst="rect">
            <a:avLst/>
          </a:prstGeom>
        </p:spPr>
      </p:pic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FC399E90-0B15-8988-C6B2-294BF5CCE0AE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71525" y="1930400"/>
            <a:ext cx="4514850" cy="3505200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Small displacements</a:t>
            </a:r>
          </a:p>
          <a:p>
            <a:pPr marL="742950" lvl="1" indent="-285750"/>
            <a:r>
              <a:rPr lang="en-US" dirty="0"/>
              <a:t>Bars and strings is assumed to be linear elastic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Mass of tensegrity structure clustered at the nodes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Axial load members only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Ground nodes are fixed to ground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Strings can only be in tension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Ground motion modeled as a sinusoid, no vertical component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05130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592605-7856-BF0D-7446-401B86E02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284B4-6D5D-A3DC-A4A4-14D5C82391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736" y="896112"/>
            <a:ext cx="9389288" cy="782217"/>
          </a:xfrm>
        </p:spPr>
        <p:txBody>
          <a:bodyPr/>
          <a:lstStyle/>
          <a:p>
            <a:r>
              <a:rPr lang="en-US" dirty="0"/>
              <a:t>Statics analysis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B7DB3D2-278E-E5F4-C631-F7A3C4628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9A66D00C-A763-E6C8-82E1-81841763A95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71525" y="1930400"/>
            <a:ext cx="4514850" cy="3505200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Foundation will support a structure on the top nodes (i.e. a lunar habitat)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Weight of structure is modeled as a distributed weight on top nodes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Resulting equilibrium nodal positions used in dynamics analysis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826A404-F023-8985-A153-6F22DBF67B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8421" y="995799"/>
            <a:ext cx="5601874" cy="236125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14E5C7B-9B3F-AFAB-1971-47351E1621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8421" y="3456742"/>
            <a:ext cx="5601874" cy="2700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6856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B34060-AA34-5E48-4393-E82F82F72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29ABD-E2DF-A6B6-0DF8-E44D007749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736" y="896112"/>
            <a:ext cx="9389288" cy="828516"/>
          </a:xfrm>
        </p:spPr>
        <p:txBody>
          <a:bodyPr/>
          <a:lstStyle/>
          <a:p>
            <a:r>
              <a:rPr lang="en-US" dirty="0"/>
              <a:t>Dynamics formulation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8593184-8DEA-9F7D-7B5E-746ADC712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8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66D1488-37CF-4104-4942-DE7376766D64}"/>
                  </a:ext>
                </a:extLst>
              </p:cNvPr>
              <p:cNvSpPr txBox="1"/>
              <p:nvPr/>
            </p:nvSpPr>
            <p:spPr>
              <a:xfrm>
                <a:off x="1696063" y="4607817"/>
                <a:ext cx="3572327" cy="48846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𝑀</m:t>
                      </m:r>
                      <m:acc>
                        <m:accPr>
                          <m:chr m:val="̈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acc>
                            <m:accPr>
                              <m:chr m:val="⃗"/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</m:acc>
                        </m:e>
                      </m:acc>
                      <m:r>
                        <a:rPr lang="en-US" sz="28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800" b="0" i="1" smtClean="0">
                          <a:latin typeface="Cambria Math" panose="02040503050406030204" pitchFamily="18" charset="0"/>
                        </a:rPr>
                        <m:t>D</m:t>
                      </m:r>
                      <m:acc>
                        <m:accPr>
                          <m:chr m:val="̇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acc>
                            <m:accPr>
                              <m:chr m:val="⃗"/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</m:acc>
                        </m:e>
                      </m:acc>
                      <m:r>
                        <a:rPr lang="en-US" sz="28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𝐾</m:t>
                      </m:r>
                      <m:acc>
                        <m:accPr>
                          <m:chr m:val="⃗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</m:acc>
                      <m:r>
                        <a:rPr lang="en-US" sz="2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b="0" i="1" smtClean="0">
                          <a:latin typeface="Cambria Math" panose="02040503050406030204" pitchFamily="18" charset="0"/>
                        </a:rPr>
                        <m:t>f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66D1488-37CF-4104-4942-DE7376766D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6063" y="4607817"/>
                <a:ext cx="3572327" cy="48846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C51F1F0A-FC2A-CD96-8272-900967FC3AE0}"/>
              </a:ext>
            </a:extLst>
          </p:cNvPr>
          <p:cNvSpPr txBox="1"/>
          <p:nvPr/>
        </p:nvSpPr>
        <p:spPr>
          <a:xfrm>
            <a:off x="771736" y="1963113"/>
            <a:ext cx="51507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simple 1D system, dynamics are described as: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BE747BC-A21D-175A-08F3-5CFB1545CD78}"/>
              </a:ext>
            </a:extLst>
          </p:cNvPr>
          <p:cNvGrpSpPr/>
          <p:nvPr/>
        </p:nvGrpSpPr>
        <p:grpSpPr>
          <a:xfrm>
            <a:off x="6848355" y="1430897"/>
            <a:ext cx="2238343" cy="1998103"/>
            <a:chOff x="6582137" y="1597306"/>
            <a:chExt cx="2238343" cy="1998103"/>
          </a:xfrm>
        </p:grpSpPr>
        <p:pic>
          <p:nvPicPr>
            <p:cNvPr id="7" name="Picture 6" descr="A blue rectangular object with a black background&#10;&#10;AI-generated content may be incorrect.">
              <a:extLst>
                <a:ext uri="{FF2B5EF4-FFF2-40B4-BE49-F238E27FC236}">
                  <a16:creationId xmlns:a16="http://schemas.microsoft.com/office/drawing/2014/main" id="{DC101866-8F2A-87DF-9DDF-49B305F04E1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582137" y="1851950"/>
              <a:ext cx="2238343" cy="1743459"/>
            </a:xfrm>
            <a:prstGeom prst="rect">
              <a:avLst/>
            </a:prstGeom>
          </p:spPr>
        </p:pic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83E86DA1-D546-0064-E53E-77FA1413D25A}"/>
                </a:ext>
              </a:extLst>
            </p:cNvPr>
            <p:cNvCxnSpPr>
              <a:cxnSpLocks/>
            </p:cNvCxnSpPr>
            <p:nvPr/>
          </p:nvCxnSpPr>
          <p:spPr>
            <a:xfrm>
              <a:off x="7608710" y="1597306"/>
              <a:ext cx="0" cy="551616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24949D2E-56EF-DFD2-7251-02D1D60C789C}"/>
                    </a:ext>
                  </a:extLst>
                </p:cNvPr>
                <p:cNvSpPr txBox="1"/>
                <p:nvPr/>
              </p:nvSpPr>
              <p:spPr>
                <a:xfrm>
                  <a:off x="7516114" y="1597306"/>
                  <a:ext cx="56707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f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24949D2E-56EF-DFD2-7251-02D1D60C78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16114" y="1597306"/>
                  <a:ext cx="567070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D8C14B8-0CEE-1C60-2F10-63DE1E00B471}"/>
                  </a:ext>
                </a:extLst>
              </p:cNvPr>
              <p:cNvSpPr txBox="1"/>
              <p:nvPr/>
            </p:nvSpPr>
            <p:spPr>
              <a:xfrm>
                <a:off x="771736" y="3429000"/>
                <a:ext cx="4807261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Tensegrity structure dynamics are based on nodal coordinates,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n</m:t>
                        </m:r>
                      </m:e>
                    </m:acc>
                  </m:oMath>
                </a14:m>
                <a:r>
                  <a:rPr lang="en-US" dirty="0"/>
                  <a:t>, however the form is the same as the 1D example.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D8C14B8-0CEE-1C60-2F10-63DE1E00B4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736" y="3429000"/>
                <a:ext cx="4807261" cy="923330"/>
              </a:xfrm>
              <a:prstGeom prst="rect">
                <a:avLst/>
              </a:prstGeom>
              <a:blipFill>
                <a:blip r:embed="rId5"/>
                <a:stretch>
                  <a:fillRect l="-1142" t="-3974" r="-1777" b="-92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Picture 15">
            <a:extLst>
              <a:ext uri="{FF2B5EF4-FFF2-40B4-BE49-F238E27FC236}">
                <a16:creationId xmlns:a16="http://schemas.microsoft.com/office/drawing/2014/main" id="{FD6B7A26-9FD9-8B96-248C-1728284A3D3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3293" y="3628213"/>
            <a:ext cx="3610479" cy="3010320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5313404-10B6-E704-8641-CAA7B7D7FA9B}"/>
              </a:ext>
            </a:extLst>
          </p:cNvPr>
          <p:cNvCxnSpPr/>
          <p:nvPr/>
        </p:nvCxnSpPr>
        <p:spPr>
          <a:xfrm flipH="1" flipV="1">
            <a:off x="8339328" y="4376928"/>
            <a:ext cx="701040" cy="701040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57E998A-66AF-3C6D-8A87-353FE4F922C7}"/>
              </a:ext>
            </a:extLst>
          </p:cNvPr>
          <p:cNvCxnSpPr>
            <a:cxnSpLocks/>
          </p:cNvCxnSpPr>
          <p:nvPr/>
        </p:nvCxnSpPr>
        <p:spPr>
          <a:xfrm flipH="1">
            <a:off x="8339328" y="5077968"/>
            <a:ext cx="701040" cy="748715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31A5265-740C-50CA-E1B7-53C691BC3E83}"/>
              </a:ext>
            </a:extLst>
          </p:cNvPr>
          <p:cNvCxnSpPr>
            <a:cxnSpLocks/>
          </p:cNvCxnSpPr>
          <p:nvPr/>
        </p:nvCxnSpPr>
        <p:spPr>
          <a:xfrm>
            <a:off x="7903464" y="5090701"/>
            <a:ext cx="1120656" cy="0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27FDC6E3-A742-DF30-ACE1-DB78678E6E7D}"/>
                  </a:ext>
                </a:extLst>
              </p:cNvPr>
              <p:cNvSpPr txBox="1"/>
              <p:nvPr/>
            </p:nvSpPr>
            <p:spPr>
              <a:xfrm>
                <a:off x="8644128" y="4175760"/>
                <a:ext cx="347472" cy="3954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string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27FDC6E3-A742-DF30-ACE1-DB78678E6E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4128" y="4175760"/>
                <a:ext cx="347472" cy="395493"/>
              </a:xfrm>
              <a:prstGeom prst="rect">
                <a:avLst/>
              </a:prstGeom>
              <a:blipFill>
                <a:blip r:embed="rId7"/>
                <a:stretch>
                  <a:fillRect r="-138596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6EE7CCE-E8C5-17E1-2B78-3B0E13606334}"/>
                  </a:ext>
                </a:extLst>
              </p:cNvPr>
              <p:cNvSpPr txBox="1"/>
              <p:nvPr/>
            </p:nvSpPr>
            <p:spPr>
              <a:xfrm>
                <a:off x="8610600" y="5466272"/>
                <a:ext cx="347472" cy="3954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string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6EE7CCE-E8C5-17E1-2B78-3B0E136063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0600" y="5466272"/>
                <a:ext cx="347472" cy="395493"/>
              </a:xfrm>
              <a:prstGeom prst="rect">
                <a:avLst/>
              </a:prstGeom>
              <a:blipFill>
                <a:blip r:embed="rId8"/>
                <a:stretch>
                  <a:fillRect r="-136842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963E5E8-EC66-6EDB-D7A9-E1CAEA7824EB}"/>
                  </a:ext>
                </a:extLst>
              </p:cNvPr>
              <p:cNvSpPr txBox="1"/>
              <p:nvPr/>
            </p:nvSpPr>
            <p:spPr>
              <a:xfrm>
                <a:off x="7985814" y="5050732"/>
                <a:ext cx="347472" cy="3954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bar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963E5E8-EC66-6EDB-D7A9-E1CAEA7824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5814" y="5050732"/>
                <a:ext cx="347472" cy="395493"/>
              </a:xfrm>
              <a:prstGeom prst="rect">
                <a:avLst/>
              </a:prstGeom>
              <a:blipFill>
                <a:blip r:embed="rId9"/>
                <a:stretch>
                  <a:fillRect r="-807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CF570349-1D8D-BD13-35E4-6AC6F386BB1B}"/>
                  </a:ext>
                </a:extLst>
              </p:cNvPr>
              <p:cNvSpPr txBox="1"/>
              <p:nvPr/>
            </p:nvSpPr>
            <p:spPr>
              <a:xfrm>
                <a:off x="110969" y="2491754"/>
                <a:ext cx="612879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</a:rPr>
                      <m:t>𝑚</m:t>
                    </m:r>
                    <m:acc>
                      <m:accPr>
                        <m:chr m:val="̈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sz="28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𝑐</m:t>
                    </m:r>
                    <m:acc>
                      <m:accPr>
                        <m:chr m:val="̇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sz="28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𝑘𝑥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en-US" sz="1800" dirty="0"/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CF570349-1D8D-BD13-35E4-6AC6F386BB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969" y="2491754"/>
                <a:ext cx="6128794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390188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C868A0-AE98-12A8-65D6-231BC3CFB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95BAE-C95D-8843-06EF-46AEB2108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736" y="896112"/>
            <a:ext cx="9389288" cy="880758"/>
          </a:xfrm>
        </p:spPr>
        <p:txBody>
          <a:bodyPr/>
          <a:lstStyle/>
          <a:p>
            <a:r>
              <a:rPr lang="en-US" dirty="0"/>
              <a:t>Control Design: framework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939539A-F717-2AE8-9407-42E84EBC0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9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F7B12A32-B4D2-2699-A2A6-C0F02A8E0CDD}"/>
                  </a:ext>
                </a:extLst>
              </p:cNvPr>
              <p:cNvSpPr>
                <a:spLocks noGrp="1"/>
              </p:cNvSpPr>
              <p:nvPr>
                <p:ph sz="half" idx="14"/>
              </p:nvPr>
            </p:nvSpPr>
            <p:spPr>
              <a:xfrm>
                <a:off x="771736" y="1954193"/>
                <a:ext cx="5177651" cy="3505200"/>
              </a:xfrm>
            </p:spPr>
            <p:txBody>
              <a:bodyPr vert="horz" lIns="91440" tIns="45720" rIns="91440" bIns="45720" rtlCol="0" anchor="t">
                <a:noAutofit/>
              </a:bodyPr>
              <a:lstStyle/>
              <a:p>
                <a:r>
                  <a:rPr lang="en-US" dirty="0"/>
                  <a:t>State-space model: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States: nodal positions and velocities: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Controls inputs: tension of strings:</a:t>
                </a:r>
              </a:p>
              <a:p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From the dynamics formulation: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742950" lvl="1" indent="-285750"/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d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dirty="0"/>
                  <a:t>the ground motion due to moonquake added to dynamics simulation</a:t>
                </a:r>
              </a:p>
              <a:p>
                <a:pPr marL="742950" lvl="1" indent="-285750"/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 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F7B12A32-B4D2-2699-A2A6-C0F02A8E0C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4"/>
              </p:nvPr>
            </p:nvSpPr>
            <p:spPr>
              <a:xfrm>
                <a:off x="771736" y="1954193"/>
                <a:ext cx="5177651" cy="3505200"/>
              </a:xfrm>
              <a:blipFill>
                <a:blip r:embed="rId2"/>
                <a:stretch>
                  <a:fillRect l="-1060" t="-15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7921CF53-3A36-E811-2C89-7FD406A8489E}"/>
              </a:ext>
            </a:extLst>
          </p:cNvPr>
          <p:cNvGrpSpPr/>
          <p:nvPr/>
        </p:nvGrpSpPr>
        <p:grpSpPr>
          <a:xfrm>
            <a:off x="6780598" y="1689100"/>
            <a:ext cx="4420623" cy="4384548"/>
            <a:chOff x="6114763" y="1465950"/>
            <a:chExt cx="4851055" cy="4538526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45B692D-65E7-2798-E3D8-27F033CCF28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14763" y="1465950"/>
              <a:ext cx="4851055" cy="4003473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83DB1B0-FDC2-BBDC-EA82-D61F84B7E902}"/>
                </a:ext>
              </a:extLst>
            </p:cNvPr>
            <p:cNvSpPr txBox="1"/>
            <p:nvPr/>
          </p:nvSpPr>
          <p:spPr>
            <a:xfrm>
              <a:off x="7379820" y="5604941"/>
              <a:ext cx="2763641" cy="3995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Grouped strings for a unit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CFDDD3F-A8A3-EE3B-F746-269612E5075E}"/>
                  </a:ext>
                </a:extLst>
              </p:cNvPr>
              <p:cNvSpPr txBox="1"/>
              <p:nvPr/>
            </p:nvSpPr>
            <p:spPr>
              <a:xfrm>
                <a:off x="5103717" y="2318358"/>
                <a:ext cx="1570020" cy="16843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114550" lvl="4" indent="-285750"/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acc>
                                <m:accPr>
                                  <m:chr m:val="⃗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t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acc>
                            </m:e>
                            <m:e>
                              <m:acc>
                                <m:accPr>
                                  <m:chr m:val="⃗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t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acc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...</m:t>
                              </m:r>
                            </m:e>
                            <m:e>
                              <m:acc>
                                <m:accPr>
                                  <m:chr m:val="⃗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t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6</m:t>
                                      </m:r>
                                    </m:sub>
                                  </m:sSub>
                                </m:e>
                              </m:acc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CFDDD3F-A8A3-EE3B-F746-269612E507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3717" y="2318358"/>
                <a:ext cx="1570020" cy="168437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9CBF57C-17A2-9AA8-6166-347D31995AC9}"/>
                  </a:ext>
                </a:extLst>
              </p:cNvPr>
              <p:cNvSpPr txBox="1"/>
              <p:nvPr/>
            </p:nvSpPr>
            <p:spPr>
              <a:xfrm>
                <a:off x="1307912" y="4195962"/>
                <a:ext cx="4105297" cy="31399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𝑀</m:t>
                      </m:r>
                      <m:acc>
                        <m:accPr>
                          <m:chr m:val="̈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acc>
                            <m:accPr>
                              <m:chr m:val="⃗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</m:acc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D</m:t>
                      </m:r>
                      <m:acc>
                        <m:accPr>
                          <m:chr m:val="̇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acc>
                            <m:accPr>
                              <m:chr m:val="⃗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</m:acc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𝐾</m:t>
                      </m:r>
                      <m:acc>
                        <m:accPr>
                          <m:chr m:val="⃗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i="0" smtClean="0">
                              <a:latin typeface="Cambria Math" panose="02040503050406030204" pitchFamily="18" charset="0"/>
                            </a:rPr>
                            <m:t>ext</m:t>
                          </m:r>
                        </m:sub>
                      </m:sSub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=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F</m:t>
                      </m:r>
                      <m:acc>
                        <m:accPr>
                          <m:chr m:val="⃗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9CBF57C-17A2-9AA8-6166-347D31995A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7912" y="4195962"/>
                <a:ext cx="4105297" cy="313997"/>
              </a:xfrm>
              <a:prstGeom prst="rect">
                <a:avLst/>
              </a:prstGeom>
              <a:blipFill>
                <a:blip r:embed="rId5"/>
                <a:stretch>
                  <a:fillRect t="-13462" b="-288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9BD15CF-B3E4-E5AB-2044-C39D94EB8E43}"/>
                  </a:ext>
                </a:extLst>
              </p:cNvPr>
              <p:cNvSpPr txBox="1"/>
              <p:nvPr/>
            </p:nvSpPr>
            <p:spPr>
              <a:xfrm>
                <a:off x="4501887" y="2203920"/>
                <a:ext cx="1386840" cy="6099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acc>
                                <m:accPr>
                                  <m:chr m:val="⃗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e>
                              </m:acc>
                            </m:e>
                            <m:e>
                              <m:acc>
                                <m:accPr>
                                  <m:chr m:val="̇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n</m:t>
                                      </m:r>
                                    </m:e>
                                  </m:acc>
                                </m:e>
                              </m:acc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9BD15CF-B3E4-E5AB-2044-C39D94EB8E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1887" y="2203920"/>
                <a:ext cx="1386840" cy="60991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52A93EF-3736-2CC7-94B3-0CE300F5C012}"/>
                  </a:ext>
                </a:extLst>
              </p:cNvPr>
              <p:cNvSpPr txBox="1"/>
              <p:nvPr/>
            </p:nvSpPr>
            <p:spPr>
              <a:xfrm>
                <a:off x="1460360" y="5239133"/>
                <a:ext cx="3631315" cy="129977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I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-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M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-1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K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-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M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-1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D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-1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F</m:t>
                              </m:r>
                            </m:e>
                          </m:eqAr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b="0" dirty="0"/>
              </a:p>
              <a:p>
                <a:endParaRPr lang="en-US" b="0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AX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Bu</m:t>
                      </m:r>
                    </m:oMath>
                  </m:oMathPara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52A93EF-3736-2CC7-94B3-0CE300F5C0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0360" y="5239133"/>
                <a:ext cx="3631315" cy="129977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642206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82EA96-15E1-EE16-3380-EF7BABC6A9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F6736-C960-BDA5-AE89-F9E2B0570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736" y="896112"/>
            <a:ext cx="9389288" cy="828516"/>
          </a:xfrm>
        </p:spPr>
        <p:txBody>
          <a:bodyPr/>
          <a:lstStyle/>
          <a:p>
            <a:r>
              <a:rPr lang="en-US" dirty="0"/>
              <a:t>Control Design: Optimal Control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25EB7AE-60ED-536A-F45D-B029EC7F6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10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57FC93A9-BA05-6C31-F8CE-A6A35D42E42F}"/>
                  </a:ext>
                </a:extLst>
              </p:cNvPr>
              <p:cNvSpPr>
                <a:spLocks noGrp="1"/>
              </p:cNvSpPr>
              <p:nvPr>
                <p:ph sz="half" idx="14"/>
              </p:nvPr>
            </p:nvSpPr>
            <p:spPr>
              <a:xfrm>
                <a:off x="771736" y="1954193"/>
                <a:ext cx="8230376" cy="3505200"/>
              </a:xfrm>
            </p:spPr>
            <p:txBody>
              <a:bodyPr vert="horz" lIns="91440" tIns="45720" rIns="91440" bIns="45720" rtlCol="0" anchor="t">
                <a:no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Problem can be formulated as an infinite-horizon continuous LQR</a:t>
                </a:r>
              </a:p>
              <a:p>
                <a:pPr marL="742950" lvl="1" indent="-285750"/>
                <a:r>
                  <a:rPr lang="en-US" dirty="0"/>
                  <a:t>Performance index of the form:  </a:t>
                </a:r>
              </a:p>
              <a:p>
                <a:pPr lvl="1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𝑄𝑥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𝑅𝑢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pPr marL="742950" lvl="1" indent="-285750"/>
                <a:r>
                  <a:rPr lang="en-US" dirty="0"/>
                  <a:t>The intermediate state weighting matrix, </a:t>
                </a:r>
                <a:r>
                  <a:rPr lang="en-US" i="1" dirty="0"/>
                  <a:t>Q</a:t>
                </a:r>
                <a:r>
                  <a:rPr lang="en-US" dirty="0"/>
                  <a:t>, weighs the top nodes higher as we want to minimize top node movement</a:t>
                </a:r>
              </a:p>
              <a:p>
                <a:pPr marL="742950" lvl="1" indent="-285750"/>
                <a:r>
                  <a:rPr lang="en-US" dirty="0"/>
                  <a:t>Control weighting matrix, </a:t>
                </a:r>
                <a:r>
                  <a:rPr lang="en-US" i="1" dirty="0"/>
                  <a:t>R</a:t>
                </a:r>
                <a:r>
                  <a:rPr lang="en-US" dirty="0"/>
                  <a:t>, should be adjusted to meet material/actuator properties</a:t>
                </a:r>
              </a:p>
              <a:p>
                <a:pPr marL="742950" lvl="1" indent="-285750"/>
                <a:r>
                  <a:rPr lang="en-US" dirty="0"/>
                  <a:t>Solve algebraic </a:t>
                </a:r>
                <a:r>
                  <a:rPr lang="en-US" dirty="0" err="1"/>
                  <a:t>Riccati</a:t>
                </a:r>
                <a:r>
                  <a:rPr lang="en-US" dirty="0"/>
                  <a:t> equation to get S(∞) and the Kalman gain</a:t>
                </a:r>
              </a:p>
              <a:p>
                <a:pPr marL="742950" lvl="1" indent="-285750"/>
                <a:endParaRPr lang="en-US" dirty="0"/>
              </a:p>
              <a:p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Dynamics during a moonquake with feedback controls: 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 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57FC93A9-BA05-6C31-F8CE-A6A35D42E42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4"/>
              </p:nvPr>
            </p:nvSpPr>
            <p:spPr>
              <a:xfrm>
                <a:off x="771736" y="1954193"/>
                <a:ext cx="8230376" cy="3505200"/>
              </a:xfrm>
              <a:blipFill>
                <a:blip r:embed="rId2"/>
                <a:stretch>
                  <a:fillRect l="-519" t="-14609" b="-104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8F8616E-D52B-6B42-416B-58D5757F0553}"/>
                  </a:ext>
                </a:extLst>
              </p:cNvPr>
              <p:cNvSpPr txBox="1"/>
              <p:nvPr/>
            </p:nvSpPr>
            <p:spPr>
              <a:xfrm>
                <a:off x="3169372" y="5688958"/>
                <a:ext cx="4594015" cy="3779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X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AX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Bu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G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d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=(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-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BK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∞</m:t>
                      </m:r>
                      <m:r>
                        <m:rPr>
                          <m:nor/>
                        </m:rPr>
                        <a:rPr lang="en-US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)) </m:t>
                      </m:r>
                      <m:r>
                        <m:rPr>
                          <m:nor/>
                        </m:rPr>
                        <a:rPr lang="en-US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X</m:t>
                      </m:r>
                      <m:r>
                        <m:rPr>
                          <m:nor/>
                        </m:rPr>
                        <a:rPr lang="en-US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m:rPr>
                          <m:nor/>
                        </m:rPr>
                        <a:rPr lang="en-US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Gd</m:t>
                      </m:r>
                    </m:oMath>
                  </m:oMathPara>
                </a14:m>
                <a:endParaRPr lang="en-US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8F8616E-D52B-6B42-416B-58D5757F05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9372" y="5688958"/>
                <a:ext cx="4594015" cy="377989"/>
              </a:xfrm>
              <a:prstGeom prst="rect">
                <a:avLst/>
              </a:prstGeom>
              <a:blipFill>
                <a:blip r:embed="rId3"/>
                <a:stretch>
                  <a:fillRect b="-161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>
            <a:extLst>
              <a:ext uri="{FF2B5EF4-FFF2-40B4-BE49-F238E27FC236}">
                <a16:creationId xmlns:a16="http://schemas.microsoft.com/office/drawing/2014/main" id="{96B6BCFA-BD8A-FA90-EDC1-E0E93FD2E8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4433" y="4619050"/>
            <a:ext cx="3029373" cy="533474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3E15DD3-DCEE-2B7F-B47A-BAB337641B1F}"/>
              </a:ext>
            </a:extLst>
          </p:cNvPr>
          <p:cNvCxnSpPr>
            <a:stCxn id="14" idx="3"/>
          </p:cNvCxnSpPr>
          <p:nvPr/>
        </p:nvCxnSpPr>
        <p:spPr>
          <a:xfrm>
            <a:off x="4633806" y="4885787"/>
            <a:ext cx="832574" cy="113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4DFE06F1-E5B1-75E5-80AA-FC0B4D2CE9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48334" y="4704786"/>
            <a:ext cx="2114845" cy="362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890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E9B43C-07EB-33E5-22FF-38A15E214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BF197-4DE2-CC07-BDF5-392A82FFE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736" y="896111"/>
            <a:ext cx="9389288" cy="782217"/>
          </a:xfrm>
        </p:spPr>
        <p:txBody>
          <a:bodyPr>
            <a:normAutofit/>
          </a:bodyPr>
          <a:lstStyle/>
          <a:p>
            <a:r>
              <a:rPr lang="en-US" dirty="0"/>
              <a:t>Future work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A91D3F-159C-FB7D-E0FB-38BABCDA9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D3F86A-6348-FF33-4FC5-9D6A8D3B433B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71736" y="1861595"/>
            <a:ext cx="6391064" cy="350520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Finalize dynamics validation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Apply LQR controller and tune weights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Compare controlled vs uncontrolled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Extend to non-linear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 Apollo seismograph data for disturbance</a:t>
            </a:r>
          </a:p>
        </p:txBody>
      </p:sp>
    </p:spTree>
    <p:extLst>
      <p:ext uri="{BB962C8B-B14F-4D97-AF65-F5344CB8AC3E}">
        <p14:creationId xmlns:p14="http://schemas.microsoft.com/office/powerpoint/2010/main" val="20568507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F65614A-92F9-4391-AC3D-F3F5B0704F99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8903D25-5BE2-4D9E-B7D8-BE1DCAE2DC4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451406B-581B-4C29-A833-E33D8A6AB075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1728</TotalTime>
  <Words>530</Words>
  <Application>Microsoft Office PowerPoint</Application>
  <PresentationFormat>Widescreen</PresentationFormat>
  <Paragraphs>136</Paragraphs>
  <Slides>11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Cambria Math</vt:lpstr>
      <vt:lpstr>Office 2013 - 2022 Theme</vt:lpstr>
      <vt:lpstr>Active tensegrity-based foundation for moonquake rejection</vt:lpstr>
      <vt:lpstr>Motivation</vt:lpstr>
      <vt:lpstr>Tensegrity structures</vt:lpstr>
      <vt:lpstr>Structure concept - unit</vt:lpstr>
      <vt:lpstr>Full structure concept</vt:lpstr>
      <vt:lpstr>Modeling - Assumptions</vt:lpstr>
      <vt:lpstr>Statics analysis</vt:lpstr>
      <vt:lpstr>Dynamics formulation</vt:lpstr>
      <vt:lpstr>Control Design: framework</vt:lpstr>
      <vt:lpstr>Control Design: Optimal Control</vt:lpstr>
      <vt:lpstr>Future 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Risi Mortola, Piero L</dc:creator>
  <cp:lastModifiedBy>Piero Risi Mortola</cp:lastModifiedBy>
  <cp:revision>7</cp:revision>
  <dcterms:created xsi:type="dcterms:W3CDTF">2025-12-03T00:40:42Z</dcterms:created>
  <dcterms:modified xsi:type="dcterms:W3CDTF">2025-12-04T15:56:14Z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